
<file path=[Content_Types].xml><?xml version="1.0" encoding="utf-8"?>
<Types xmlns="http://schemas.openxmlformats.org/package/2006/content-types">
  <Default Extension="emf" ContentType="image/x-emf"/>
  <Default Extension="fntdata" ContentType="application/x-fontdata"/>
  <Default Extension="mp4" ContentType="video/mp4"/>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8" r:id="rId1"/>
    <p:sldMasterId id="2147483738" r:id="rId2"/>
  </p:sldMasterIdLst>
  <p:notesMasterIdLst>
    <p:notesMasterId r:id="rId46"/>
  </p:notesMasterIdLst>
  <p:sldIdLst>
    <p:sldId id="4550" r:id="rId3"/>
    <p:sldId id="4558" r:id="rId4"/>
    <p:sldId id="4516" r:id="rId5"/>
    <p:sldId id="4556" r:id="rId6"/>
    <p:sldId id="359" r:id="rId7"/>
    <p:sldId id="4545" r:id="rId8"/>
    <p:sldId id="4553" r:id="rId9"/>
    <p:sldId id="257" r:id="rId10"/>
    <p:sldId id="4540" r:id="rId11"/>
    <p:sldId id="4559" r:id="rId12"/>
    <p:sldId id="4530" r:id="rId13"/>
    <p:sldId id="4533" r:id="rId14"/>
    <p:sldId id="4536" r:id="rId15"/>
    <p:sldId id="364" r:id="rId16"/>
    <p:sldId id="4531" r:id="rId17"/>
    <p:sldId id="4560" r:id="rId18"/>
    <p:sldId id="267" r:id="rId19"/>
    <p:sldId id="4539" r:id="rId20"/>
    <p:sldId id="362" r:id="rId21"/>
    <p:sldId id="4555" r:id="rId22"/>
    <p:sldId id="4551" r:id="rId23"/>
    <p:sldId id="258" r:id="rId24"/>
    <p:sldId id="345" r:id="rId25"/>
    <p:sldId id="4521" r:id="rId26"/>
    <p:sldId id="279" r:id="rId27"/>
    <p:sldId id="354" r:id="rId28"/>
    <p:sldId id="266" r:id="rId29"/>
    <p:sldId id="4527" r:id="rId30"/>
    <p:sldId id="4522" r:id="rId31"/>
    <p:sldId id="4524" r:id="rId32"/>
    <p:sldId id="4526" r:id="rId33"/>
    <p:sldId id="4529" r:id="rId34"/>
    <p:sldId id="4525" r:id="rId35"/>
    <p:sldId id="4534" r:id="rId36"/>
    <p:sldId id="4546" r:id="rId37"/>
    <p:sldId id="4535" r:id="rId38"/>
    <p:sldId id="4541" r:id="rId39"/>
    <p:sldId id="4547" r:id="rId40"/>
    <p:sldId id="4552" r:id="rId41"/>
    <p:sldId id="341" r:id="rId42"/>
    <p:sldId id="344" r:id="rId43"/>
    <p:sldId id="343" r:id="rId44"/>
    <p:sldId id="342" r:id="rId45"/>
  </p:sldIdLst>
  <p:sldSz cx="9144000" cy="6858000" type="screen4x3"/>
  <p:notesSz cx="6858000" cy="9144000"/>
  <p:embeddedFontLst>
    <p:embeddedFont>
      <p:font typeface="DM Serif Display" pitchFamily="2" charset="0"/>
      <p:regular r:id="rId47"/>
      <p:italic r:id="rId48"/>
    </p:embeddedFont>
    <p:embeddedFont>
      <p:font typeface="Inter Tight" pitchFamily="2" charset="0"/>
      <p:regular r:id="rId49"/>
      <p:bold r:id="rId50"/>
      <p:italic r:id="rId51"/>
      <p:boldItalic r:id="rId52"/>
    </p:embeddedFont>
    <p:embeddedFont>
      <p:font typeface="Myriad Pro" panose="020B0503030403020204" pitchFamily="34" charset="0"/>
      <p:regular r:id="rId53"/>
      <p:bold r:id="rId54"/>
      <p:italic r:id="rId55"/>
      <p:boldItalic r:id="rId56"/>
    </p:embeddedFont>
    <p:embeddedFont>
      <p:font typeface="Noto Sans Symbols" panose="020B0602040504020204" pitchFamily="34" charset="0"/>
      <p:bold r:id="rId57"/>
      <p:italic r:id="rId58"/>
      <p:boldItalic r:id="rId59"/>
    </p:embeddedFont>
    <p:embeddedFont>
      <p:font typeface="Nunito Sans" pitchFamily="2" charset="77"/>
      <p:regular r:id="rId60"/>
      <p:bold r:id="rId61"/>
      <p:italic r:id="rId62"/>
      <p:boldItalic r:id="rId63"/>
    </p:embeddedFont>
    <p:embeddedFont>
      <p:font typeface="Raleway" pitchFamily="2" charset="77"/>
      <p:regular r:id="rId64"/>
      <p:bold r:id="rId65"/>
      <p:italic r:id="rId66"/>
      <p:boldItalic r:id="rId67"/>
    </p:embeddedFont>
    <p:embeddedFont>
      <p:font typeface="Raleway SemiBold" pitchFamily="2" charset="77"/>
      <p:regular r:id="rId68"/>
      <p:bold r:id="rId69"/>
      <p:italic r:id="rId70"/>
      <p:boldItalic r:id="rId71"/>
    </p:embeddedFont>
    <p:embeddedFont>
      <p:font typeface="Roboto" panose="02000000000000000000" pitchFamily="2" charset="0"/>
      <p:regular r:id="rId72"/>
      <p:bold r:id="rId73"/>
      <p:italic r:id="rId74"/>
      <p:boldItalic r:id="rId75"/>
    </p:embeddedFont>
    <p:embeddedFont>
      <p:font typeface="Roboto Mono" pitchFamily="49" charset="0"/>
      <p:regular r:id="rId76"/>
      <p:bold r:id="rId77"/>
      <p:italic r:id="rId78"/>
      <p:boldItalic r:id="rId79"/>
    </p:embeddedFont>
    <p:embeddedFont>
      <p:font typeface="Roboto Mono Medium" panose="00000009000000000000" pitchFamily="49" charset="0"/>
      <p:regular r:id="rId80"/>
      <p:italic r:id="rId81"/>
    </p:embeddedFont>
    <p:embeddedFont>
      <p:font typeface="Segoe UI Semibold" panose="020B0702040204020203" pitchFamily="34" charset="0"/>
      <p:regular r:id="rId82"/>
      <p:bold r:id="rId83"/>
      <p:italic r:id="rId84"/>
      <p:boldItalic r:id="rId85"/>
    </p:embeddedFont>
    <p:embeddedFont>
      <p:font typeface="Source Sans Pro" panose="020B0503030403020204" pitchFamily="34" charset="0"/>
      <p:regular r:id="rId86"/>
      <p:bold r:id="rId87"/>
      <p:italic r:id="rId88"/>
      <p:boldItalic r:id="rId8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7A8"/>
    <a:srgbClr val="AF3E11"/>
    <a:srgbClr val="6A7725"/>
    <a:srgbClr val="2273CF"/>
    <a:srgbClr val="0B883F"/>
    <a:srgbClr val="5D93CF"/>
    <a:srgbClr val="E7571E"/>
    <a:srgbClr val="E7784D"/>
    <a:srgbClr val="FFFFFF"/>
    <a:srgbClr val="2E2E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B6BAE4-AE86-4B4C-86C1-9AC8936DCC76}">
  <a:tblStyle styleId="{59B6BAE4-AE86-4B4C-86C1-9AC8936DCC7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411BB948-4D77-42DD-87EB-50F19BCAF2B6}"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09"/>
    <p:restoredTop sz="94665"/>
  </p:normalViewPr>
  <p:slideViewPr>
    <p:cSldViewPr snapToGrid="0">
      <p:cViewPr varScale="1">
        <p:scale>
          <a:sx n="120" d="100"/>
          <a:sy n="120" d="100"/>
        </p:scale>
        <p:origin x="944" y="19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font" Target="fonts/font1.fntdata"/><Relationship Id="rId63" Type="http://schemas.openxmlformats.org/officeDocument/2006/relationships/font" Target="fonts/font17.fntdata"/><Relationship Id="rId68" Type="http://schemas.openxmlformats.org/officeDocument/2006/relationships/font" Target="fonts/font22.fntdata"/><Relationship Id="rId84" Type="http://schemas.openxmlformats.org/officeDocument/2006/relationships/font" Target="fonts/font38.fntdata"/><Relationship Id="rId89" Type="http://schemas.openxmlformats.org/officeDocument/2006/relationships/font" Target="fonts/font43.fntdata"/><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font" Target="fonts/font7.fntdata"/><Relationship Id="rId58" Type="http://schemas.openxmlformats.org/officeDocument/2006/relationships/font" Target="fonts/font12.fntdata"/><Relationship Id="rId74" Type="http://schemas.openxmlformats.org/officeDocument/2006/relationships/font" Target="fonts/font28.fntdata"/><Relationship Id="rId79" Type="http://schemas.openxmlformats.org/officeDocument/2006/relationships/font" Target="fonts/font33.fntdata"/><Relationship Id="rId5" Type="http://schemas.openxmlformats.org/officeDocument/2006/relationships/slide" Target="slides/slide3.xml"/><Relationship Id="rId90" Type="http://schemas.openxmlformats.org/officeDocument/2006/relationships/presProps" Target="presProp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font" Target="fonts/font2.fntdata"/><Relationship Id="rId64" Type="http://schemas.openxmlformats.org/officeDocument/2006/relationships/font" Target="fonts/font18.fntdata"/><Relationship Id="rId69" Type="http://schemas.openxmlformats.org/officeDocument/2006/relationships/font" Target="fonts/font23.fntdata"/><Relationship Id="rId8" Type="http://schemas.openxmlformats.org/officeDocument/2006/relationships/slide" Target="slides/slide6.xml"/><Relationship Id="rId51" Type="http://schemas.openxmlformats.org/officeDocument/2006/relationships/font" Target="fonts/font5.fntdata"/><Relationship Id="rId72" Type="http://schemas.openxmlformats.org/officeDocument/2006/relationships/font" Target="fonts/font26.fntdata"/><Relationship Id="rId80" Type="http://schemas.openxmlformats.org/officeDocument/2006/relationships/font" Target="fonts/font34.fntdata"/><Relationship Id="rId85" Type="http://schemas.openxmlformats.org/officeDocument/2006/relationships/font" Target="fonts/font39.fntdata"/><Relationship Id="rId93" Type="http://schemas.openxmlformats.org/officeDocument/2006/relationships/tableStyles" Target="tableStyle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notesMaster" Target="notesMasters/notesMaster1.xml"/><Relationship Id="rId59" Type="http://schemas.openxmlformats.org/officeDocument/2006/relationships/font" Target="fonts/font13.fntdata"/><Relationship Id="rId67" Type="http://schemas.openxmlformats.org/officeDocument/2006/relationships/font" Target="fonts/font21.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8.fntdata"/><Relationship Id="rId62" Type="http://schemas.openxmlformats.org/officeDocument/2006/relationships/font" Target="fonts/font16.fntdata"/><Relationship Id="rId70" Type="http://schemas.openxmlformats.org/officeDocument/2006/relationships/font" Target="fonts/font24.fntdata"/><Relationship Id="rId75" Type="http://schemas.openxmlformats.org/officeDocument/2006/relationships/font" Target="fonts/font29.fntdata"/><Relationship Id="rId83" Type="http://schemas.openxmlformats.org/officeDocument/2006/relationships/font" Target="fonts/font37.fntdata"/><Relationship Id="rId88" Type="http://schemas.openxmlformats.org/officeDocument/2006/relationships/font" Target="fonts/font42.fntdata"/><Relationship Id="rId9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3.fntdata"/><Relationship Id="rId57" Type="http://schemas.openxmlformats.org/officeDocument/2006/relationships/font" Target="fonts/font11.fntdata"/><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font" Target="fonts/font6.fntdata"/><Relationship Id="rId60" Type="http://schemas.openxmlformats.org/officeDocument/2006/relationships/font" Target="fonts/font14.fntdata"/><Relationship Id="rId65" Type="http://schemas.openxmlformats.org/officeDocument/2006/relationships/font" Target="fonts/font19.fntdata"/><Relationship Id="rId73" Type="http://schemas.openxmlformats.org/officeDocument/2006/relationships/font" Target="fonts/font27.fntdata"/><Relationship Id="rId78" Type="http://schemas.openxmlformats.org/officeDocument/2006/relationships/font" Target="fonts/font32.fntdata"/><Relationship Id="rId81" Type="http://schemas.openxmlformats.org/officeDocument/2006/relationships/font" Target="fonts/font35.fntdata"/><Relationship Id="rId86" Type="http://schemas.openxmlformats.org/officeDocument/2006/relationships/font" Target="fonts/font40.fntdata"/><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font" Target="fonts/font4.fntdata"/><Relationship Id="rId55" Type="http://schemas.openxmlformats.org/officeDocument/2006/relationships/font" Target="fonts/font9.fntdata"/><Relationship Id="rId76" Type="http://schemas.openxmlformats.org/officeDocument/2006/relationships/font" Target="fonts/font30.fntdata"/><Relationship Id="rId7" Type="http://schemas.openxmlformats.org/officeDocument/2006/relationships/slide" Target="slides/slide5.xml"/><Relationship Id="rId71" Type="http://schemas.openxmlformats.org/officeDocument/2006/relationships/font" Target="fonts/font25.fntdata"/><Relationship Id="rId92" Type="http://schemas.openxmlformats.org/officeDocument/2006/relationships/theme" Target="theme/theme1.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font" Target="fonts/font20.fntdata"/><Relationship Id="rId87" Type="http://schemas.openxmlformats.org/officeDocument/2006/relationships/font" Target="fonts/font41.fntdata"/><Relationship Id="rId61" Type="http://schemas.openxmlformats.org/officeDocument/2006/relationships/font" Target="fonts/font15.fntdata"/><Relationship Id="rId82" Type="http://schemas.openxmlformats.org/officeDocument/2006/relationships/font" Target="fonts/font36.fntdata"/><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font" Target="fonts/font10.fntdata"/><Relationship Id="rId77" Type="http://schemas.openxmlformats.org/officeDocument/2006/relationships/font" Target="fonts/font3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3412909bd2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g3412909bd22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slide where you'll be tempted to over-explain. Don't. Trustees don't need the pipeline diagram explained. The headline is the bottom of the slide: AI dramatically lowers the barrier to this kind of analysis.</a:t>
            </a:r>
          </a:p>
          <a:p>
            <a:r>
              <a:t>Just say: "5,500 activities, 900 learning objectives — that used to be a year of grad student labor to tag and analyze. With LLMs and modern tools, I can do this kind of analysis in weeks. That's what made the next finding possible."</a:t>
            </a:r>
          </a:p>
          <a:p>
            <a:r>
              <a:t>Optional Mount Union beat: "And it means a faculty member at a place like Mount Union — without a research lab full of grad students — can do work that used to require a major research university."</a:t>
            </a:r>
          </a:p>
          <a:p>
            <a:r>
              <a:t>Transition: "Here's what we found."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87841-524E-E658-C39B-070C9C7DE7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A7D3C7-0C4E-3B87-AE31-8DC7F8F4FD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EF6408-7FEA-38D7-0AB6-570939B4ED7A}"/>
              </a:ext>
            </a:extLst>
          </p:cNvPr>
          <p:cNvSpPr>
            <a:spLocks noGrp="1"/>
          </p:cNvSpPr>
          <p:nvPr>
            <p:ph type="body" idx="1"/>
          </p:nvPr>
        </p:nvSpPr>
        <p:spPr/>
        <p:txBody>
          <a:bodyPr/>
          <a:lstStyle/>
          <a:p>
            <a:r>
              <a:rPr lang="en-US" dirty="0"/>
              <a:t>n our first-semester general chemistry courses here at Mount Union, our DFW rate has historically been around 23% — better than the national 30%, but still students I want to reach. Recently it's been closer to 15%, which encourages me that the changes I've been making are working. The sabbatical was about understanding </a:t>
            </a:r>
            <a:r>
              <a:rPr lang="en-US" i="1" dirty="0"/>
              <a:t>why</a:t>
            </a:r>
            <a:r>
              <a:rPr lang="en-US" dirty="0"/>
              <a:t> they work, so I can do more of it deliberately. The same trend holds nationwide — about 30% of students don't succeed in general chemistry, and similar in calculus and statistics, the other gateway STEM courses my collaborators at Carnegie Mellon are working on.</a:t>
            </a:r>
          </a:p>
          <a:p>
            <a:r>
              <a:rPr lang="en-US" dirty="0"/>
              <a:t>A natural reaction to that is to think these students aren't capable of learning chemistry. And honestly, it's easy as an instructor to fall into the same trap — to look at the student getting things right and assume they're learning, and look at the struggling student and assume they're not. But work my collaborators did before my sabbatical showed that really isn't true.</a:t>
            </a:r>
          </a:p>
          <a:p>
            <a:r>
              <a:rPr lang="en-US" dirty="0"/>
              <a:t>This graph shows student performance against how many practice opportunities they've done on a particular skill. Some students come in with a lot less initial knowledge than others. But as they practice, they're actually learning at about the same rate. That's a surprising, counterintuitive result that has held up across many areas of education.</a:t>
            </a:r>
          </a:p>
          <a:p>
            <a:r>
              <a:rPr lang="en-US" dirty="0"/>
              <a:t>But just because they're learning at the same rate doesn't mean they're both succeeding. The higher-knowledge student comes in knowing more, </a:t>
            </a:r>
            <a:r>
              <a:rPr lang="en-US" i="1" dirty="0"/>
              <a:t>and</a:t>
            </a:r>
            <a:r>
              <a:rPr lang="en-US" dirty="0"/>
              <a:t> on average they practice more — so the performance gap actually widens over the semester. The natural response is: if we can get this lower-knowledge student a few more practice opportunities — in this case, from 7 to 11 — they can equalize that achievement gap. So one big question in improving general chemistry is how to get students the practice they need.</a:t>
            </a:r>
          </a:p>
          <a:p>
            <a:r>
              <a:rPr lang="en-US" dirty="0"/>
              <a:t>My sabbatical research extended this analysis to consider student engagement, and one of my key findings is that highly engaged students can learn up to 3 times faster than disengaged students. That's a second lever for improving outcomes — improving engagement.</a:t>
            </a:r>
          </a:p>
          <a:p>
            <a:r>
              <a:rPr lang="en-US" dirty="0"/>
              <a:t>These two factors are in tension, though. The natural thing to do is to give students more practice — but the more you assign, the more you risk pushing them toward shortcuts. Anytime students are working on chemistry, they might have a beautiful problem you've given them, but there's always the option of having their phone or another browser open with ChatGPT. Rather than doing the difficult work that helps them learn, there's always the chance they decide to copy the question into ChatGPT, paste the answer back in, and go do something else.</a:t>
            </a:r>
          </a:p>
          <a:p>
            <a:r>
              <a:rPr lang="en-US" dirty="0"/>
              <a:t>The two projects I want to talk about attack this problem from different angles.</a:t>
            </a:r>
          </a:p>
        </p:txBody>
      </p:sp>
      <p:sp>
        <p:nvSpPr>
          <p:cNvPr id="4" name="Slide Number Placeholder 3">
            <a:extLst>
              <a:ext uri="{FF2B5EF4-FFF2-40B4-BE49-F238E27FC236}">
                <a16:creationId xmlns:a16="http://schemas.microsoft.com/office/drawing/2014/main" id="{DAE02549-3D48-3C45-967A-A17FC4E2F1F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1F7E897-39A9-584D-81E7-27FE272F407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025191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first takes advantage of RealChem — an online textbook and homework system developed by my collaborator Dr. Dave Yaron at Carnegie Mellon, funded by the Gates Foundation, with both general chemistry I and II.</a:t>
            </a:r>
          </a:p>
          <a:p>
            <a:r>
              <a:t>What sets it apart is the research-driven design.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a:extLst>
            <a:ext uri="{FF2B5EF4-FFF2-40B4-BE49-F238E27FC236}">
              <a16:creationId xmlns:a16="http://schemas.microsoft.com/office/drawing/2014/main" id="{8FF57A48-ED9B-2005-4C23-2616974367A9}"/>
            </a:ext>
          </a:extLst>
        </p:cNvPr>
        <p:cNvGrpSpPr/>
        <p:nvPr/>
      </p:nvGrpSpPr>
      <p:grpSpPr>
        <a:xfrm>
          <a:off x="0" y="0"/>
          <a:ext cx="0" cy="0"/>
          <a:chOff x="0" y="0"/>
          <a:chExt cx="0" cy="0"/>
        </a:xfrm>
      </p:grpSpPr>
      <p:sp>
        <p:nvSpPr>
          <p:cNvPr id="174" name="Google Shape;174;g3412909bd22_0_0:notes">
            <a:extLst>
              <a:ext uri="{FF2B5EF4-FFF2-40B4-BE49-F238E27FC236}">
                <a16:creationId xmlns:a16="http://schemas.microsoft.com/office/drawing/2014/main" id="{15DA24BE-9C53-458E-CFEA-4D6BD04537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One minute overview of foundation pointing out features, videos, worked examples, </a:t>
            </a:r>
            <a:r>
              <a:rPr lang="en-US" b="1" dirty="0"/>
              <a:t>visual organizers (what are those)</a:t>
            </a:r>
            <a:r>
              <a:rPr lang="en-US" dirty="0"/>
              <a:t>, worked examples, interactive examples and Many, Many activities</a:t>
            </a:r>
          </a:p>
          <a:p>
            <a:pPr marL="0" lvl="0" indent="0" algn="l" rtl="0">
              <a:spcBef>
                <a:spcPts val="0"/>
              </a:spcBef>
              <a:spcAft>
                <a:spcPts val="0"/>
              </a:spcAft>
              <a:buNone/>
            </a:pPr>
            <a:endParaRPr dirty="0"/>
          </a:p>
        </p:txBody>
      </p:sp>
      <p:sp>
        <p:nvSpPr>
          <p:cNvPr id="175" name="Google Shape;175;g3412909bd22_0_0:notes">
            <a:extLst>
              <a:ext uri="{FF2B5EF4-FFF2-40B4-BE49-F238E27FC236}">
                <a16:creationId xmlns:a16="http://schemas.microsoft.com/office/drawing/2014/main" id="{0627A221-561A-D0DF-C5F8-D93C63C5C995}"/>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020645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42621874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 our first-semester general chemistry courses here at Mount Union, our DFW rate has historically been around 23% — better than the national 30%, but still students I want to reach. Recently it's been closer to 15%, which encourages me that the changes I've been making are working. The sabbatical was about understanding why they work, so I can do more of it deliberately. The same trend holds nationwide — about 30% of students don't succeed in general chemistry, and similar in calculus and statistics, the other gateway STEM courses my collaborators at Carnegie Mellon are working on.</a:t>
            </a:r>
          </a:p>
          <a:p>
            <a:r>
              <a:t>A natural reaction to that is to think these students aren't capable of learning chemistry. And honestly, it's easy as an instructor to fall into the same trap — to look at the student getting things right and assume they're learning, and look at the struggling student and assume they're not. But work my collaborators did before my sabbatical showed that really isn't true.</a:t>
            </a:r>
          </a:p>
          <a:p>
            <a:r>
              <a:t>This graph shows student performance against how many practice opportunities they've done on a particular skill. Some students come in with a lot less initial knowledge than others. But as they practice, they're actually learning at about the same rate. That's a surprising, counterintuitive result that has held up across many areas of education.</a:t>
            </a:r>
          </a:p>
          <a:p>
            <a:r>
              <a:t>But just because they're learning at the same rate doesn't mean they're both succeeding. The higher-knowledge student comes in knowing more, and on average they practice more — so the performance gap actually widens over the semester. The natural response is: if we can get this lower-knowledge student a few more practice opportunities — in this case, from 7 to 11 — they can equalize that achievement gap. So one big question in improving general chemistry is how to get students the practice they need.</a:t>
            </a:r>
          </a:p>
          <a:p>
            <a:r>
              <a:t>My sabbatical research extended this analysis to consider student engagement, and one of my key findings is that highly engaged students can learn up to 3 times faster than disengaged students. That's a second lever for improving outcomes — improving engagement.</a:t>
            </a:r>
          </a:p>
          <a:p>
            <a:r>
              <a:t>These two factors are in tension, though. The natural thing to do is to give students more practice — but the more you assign, the more you risk pushing them toward shortcuts. Anytime students are working on chemistry, they might have a beautiful problem you've given them, but there's always the option of having their phone or another browser open with ChatGPT. Rather than doing the difficult work that helps them learn, there's always the chance they decide to copy the question into ChatGPT, paste the answer back in, and go do something else.</a:t>
            </a:r>
          </a:p>
          <a:p>
            <a:r>
              <a:t>The two projects I want to talk about attack this problem from different angles.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a:extLst>
            <a:ext uri="{FF2B5EF4-FFF2-40B4-BE49-F238E27FC236}">
              <a16:creationId xmlns:a16="http://schemas.microsoft.com/office/drawing/2014/main" id="{A16A6667-31A4-84DA-0ACD-02A5D0247A5B}"/>
            </a:ext>
          </a:extLst>
        </p:cNvPr>
        <p:cNvGrpSpPr/>
        <p:nvPr/>
      </p:nvGrpSpPr>
      <p:grpSpPr>
        <a:xfrm>
          <a:off x="0" y="0"/>
          <a:ext cx="0" cy="0"/>
          <a:chOff x="0" y="0"/>
          <a:chExt cx="0" cy="0"/>
        </a:xfrm>
      </p:grpSpPr>
      <p:sp>
        <p:nvSpPr>
          <p:cNvPr id="284" name="Google Shape;284;g397e1553b76_5_15:notes">
            <a:extLst>
              <a:ext uri="{FF2B5EF4-FFF2-40B4-BE49-F238E27FC236}">
                <a16:creationId xmlns:a16="http://schemas.microsoft.com/office/drawing/2014/main" id="{94A6A668-7138-D786-F1C6-00D7761D8CB3}"/>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397e1553b76_5_15:notes">
            <a:extLst>
              <a:ext uri="{FF2B5EF4-FFF2-40B4-BE49-F238E27FC236}">
                <a16:creationId xmlns:a16="http://schemas.microsoft.com/office/drawing/2014/main" id="{1C32802C-B19C-D93D-1CE3-9760F6EFC10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493689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4.23M data points, </a:t>
            </a:r>
          </a:p>
        </p:txBody>
      </p:sp>
    </p:spTree>
    <p:extLst>
      <p:ext uri="{BB962C8B-B14F-4D97-AF65-F5344CB8AC3E}">
        <p14:creationId xmlns:p14="http://schemas.microsoft.com/office/powerpoint/2010/main" val="9508279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823128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items initially graded incorrect, corrected = more learning for 5 attempts…</a:t>
            </a:r>
          </a:p>
        </p:txBody>
      </p:sp>
    </p:spTree>
    <p:extLst>
      <p:ext uri="{BB962C8B-B14F-4D97-AF65-F5344CB8AC3E}">
        <p14:creationId xmlns:p14="http://schemas.microsoft.com/office/powerpoint/2010/main" val="34199419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2FBEFE-BF17-B2E6-2A13-AB301504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2216C7-8107-13E6-B6E5-9CE98EFD7152}"/>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34CC93D-C5D1-E389-6DAF-B71B74AF3780}"/>
              </a:ext>
            </a:extLst>
          </p:cNvPr>
          <p:cNvSpPr>
            <a:spLocks noGrp="1"/>
          </p:cNvSpPr>
          <p:nvPr>
            <p:ph type="body" sz="quarter" idx="3"/>
          </p:nvPr>
        </p:nvSpPr>
        <p:spPr/>
        <p:txBody>
          <a:bodyPr/>
          <a:lstStyle/>
          <a:p>
            <a:r>
              <a:t>Key point: ChemCollective is a virtual chemistry lab I've been developing since 2020. 150,000 sessions per semester worldwide. Published evidence (within-teacher RCT) that it improves chemical reasoning and experimental design.</a:t>
            </a:r>
          </a:p>
          <a:p>
            <a:r>
              <a:t>Why it matters here: "You can't easily ChatGPT your way through a virtual experiment. The student has to actually decide what to mix, what to measure, what to conclude. That's authentic engagement by construction."</a:t>
            </a:r>
          </a:p>
          <a:p>
            <a:r>
              <a:t>The challenge: It's hard to scale because students need an instructor to guide them through open-ended exploration.</a:t>
            </a:r>
          </a:p>
          <a:p>
            <a:r>
              <a:t>Transition: "That's the problem AI might be able to solve."</a:t>
            </a:r>
          </a:p>
        </p:txBody>
      </p:sp>
      <p:sp>
        <p:nvSpPr>
          <p:cNvPr id="4" name="Slide Number Placeholder 3">
            <a:extLst>
              <a:ext uri="{FF2B5EF4-FFF2-40B4-BE49-F238E27FC236}">
                <a16:creationId xmlns:a16="http://schemas.microsoft.com/office/drawing/2014/main" id="{0B9E9818-EF56-FC9F-0D8B-4EAEC7DE1E69}"/>
              </a:ext>
            </a:extLst>
          </p:cNvPr>
          <p:cNvSpPr>
            <a:spLocks noGrp="1"/>
          </p:cNvSpPr>
          <p:nvPr>
            <p:ph type="sldNum" sz="quarter" idx="5"/>
          </p:nvPr>
        </p:nvSpPr>
        <p:spPr/>
      </p:sp>
    </p:spTree>
    <p:extLst>
      <p:ext uri="{BB962C8B-B14F-4D97-AF65-F5344CB8AC3E}">
        <p14:creationId xmlns:p14="http://schemas.microsoft.com/office/powerpoint/2010/main" val="1804558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Key point: New collaboration with Carolyn Rosé at CMU — one of the leading AI-in-education researchers in the country — to build AI peer/tutor agents into the virtual lab.</a:t>
            </a:r>
          </a:p>
          <a:p>
            <a:r>
              <a:t>Mount Union beat — make this prominent: "Two of our students were part of the pilot that's training this system. Mount Union isn't just going to adopt this work; we're a research site contributing to it. Carnegie Mellon has put $250K of seed funding behind the next phase."</a:t>
            </a:r>
          </a:p>
          <a:p>
            <a:r>
              <a:t>Be honest about the caution: "We're being careful with student-facing AI. The behind-the-scenes analytics are well-established. AI that talks directly to students is harder to get right, and we want to do it well."</a:t>
            </a:r>
          </a:p>
          <a:p>
            <a:r>
              <a:t>Transition: "So what does all this add up to?"</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1">
          <a:extLst>
            <a:ext uri="{FF2B5EF4-FFF2-40B4-BE49-F238E27FC236}">
              <a16:creationId xmlns:a16="http://schemas.microsoft.com/office/drawing/2014/main" id="{B2D093EF-0A85-7AA3-5E57-5A8A98E7A657}"/>
            </a:ext>
          </a:extLst>
        </p:cNvPr>
        <p:cNvGrpSpPr/>
        <p:nvPr/>
      </p:nvGrpSpPr>
      <p:grpSpPr>
        <a:xfrm>
          <a:off x="0" y="0"/>
          <a:ext cx="0" cy="0"/>
          <a:chOff x="0" y="0"/>
          <a:chExt cx="0" cy="0"/>
        </a:xfrm>
      </p:grpSpPr>
      <p:sp>
        <p:nvSpPr>
          <p:cNvPr id="952" name="Google Shape;952;g3412909bd22_0_197:notes">
            <a:extLst>
              <a:ext uri="{FF2B5EF4-FFF2-40B4-BE49-F238E27FC236}">
                <a16:creationId xmlns:a16="http://schemas.microsoft.com/office/drawing/2014/main" id="{43387EFC-CFDB-A42B-874D-51DF990E59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53" name="Google Shape;953;g3412909bd22_0_197:notes">
            <a:extLst>
              <a:ext uri="{FF2B5EF4-FFF2-40B4-BE49-F238E27FC236}">
                <a16:creationId xmlns:a16="http://schemas.microsoft.com/office/drawing/2014/main" id="{835C8EE7-D367-FA0E-B94D-BDB0CB9B9CB2}"/>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83937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B266F4-D661-1952-E092-682C9D1019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DF011B-1AFD-580C-AE14-8B2EEF14DA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7823B6-D842-C502-101B-E698889A7197}"/>
              </a:ext>
            </a:extLst>
          </p:cNvPr>
          <p:cNvSpPr>
            <a:spLocks noGrp="1"/>
          </p:cNvSpPr>
          <p:nvPr>
            <p:ph type="body" idx="1"/>
          </p:nvPr>
        </p:nvSpPr>
        <p:spPr/>
        <p:txBody>
          <a:bodyPr/>
          <a:lstStyle/>
          <a:p>
            <a:r>
              <a:rPr lang="en-US" dirty="0"/>
              <a:t>n our first-semester general chemistry courses here at Mount Union, our DFW rate has historically been around 23% — better than the national 30%, but still students I want to reach. Recently it's been closer to 15%, which encourages me that the changes I've been making are working. The sabbatical was about understanding </a:t>
            </a:r>
            <a:r>
              <a:rPr lang="en-US" i="1" dirty="0"/>
              <a:t>why</a:t>
            </a:r>
            <a:r>
              <a:rPr lang="en-US" dirty="0"/>
              <a:t> they work, so I can do more of it deliberately. The same trend holds nationwide — about 30% of students don't succeed in general chemistry, and similar in calculus and statistics, the other gateway STEM courses my collaborators at Carnegie Mellon are working on.</a:t>
            </a:r>
          </a:p>
          <a:p>
            <a:r>
              <a:rPr lang="en-US" dirty="0"/>
              <a:t>A natural reaction to that is to think these students aren't capable of learning chemistry. And honestly, it's easy as an instructor to fall into the same trap — to look at the student getting things right and assume they're learning, and look at the struggling student and assume they're not. But work my collaborators did before my sabbatical showed that really isn't true.</a:t>
            </a:r>
          </a:p>
          <a:p>
            <a:r>
              <a:rPr lang="en-US" dirty="0"/>
              <a:t>This graph shows student performance against how many practice opportunities they've done on a particular skill. Some students come in with a lot less initial knowledge than others. But as they practice, they're actually learning at about the same rate. That's a surprising, counterintuitive result that has held up across many areas of education.</a:t>
            </a:r>
          </a:p>
          <a:p>
            <a:r>
              <a:rPr lang="en-US" dirty="0"/>
              <a:t>But just because they're learning at the same rate doesn't mean they're both succeeding. The higher-knowledge student comes in knowing more, </a:t>
            </a:r>
            <a:r>
              <a:rPr lang="en-US" i="1" dirty="0"/>
              <a:t>and</a:t>
            </a:r>
            <a:r>
              <a:rPr lang="en-US" dirty="0"/>
              <a:t> on average they practice more — so the performance gap actually widens over the semester. The natural response is: if we can get this lower-knowledge student a few more practice opportunities — in this case, from 7 to 11 — they can equalize that achievement gap. So one big question in improving general chemistry is how to get students the practice they need.</a:t>
            </a:r>
          </a:p>
          <a:p>
            <a:r>
              <a:rPr lang="en-US" dirty="0"/>
              <a:t>My sabbatical research extended this analysis to consider student engagement, and one of my key findings is that highly engaged students can learn up to 3 times faster than disengaged students. That's a second lever for improving outcomes — improving engagement.</a:t>
            </a:r>
          </a:p>
          <a:p>
            <a:r>
              <a:rPr lang="en-US" dirty="0"/>
              <a:t>These two factors are in tension, though. The natural thing to do is to give students more practice — but the more you assign, the more you risk pushing them toward shortcuts. Anytime students are working on chemistry, they might have a beautiful problem you've given them, but there's always the option of having their phone or another browser open with ChatGPT. Rather than doing the difficult work that helps them learn, there's always the chance they decide to copy the question into ChatGPT, paste the answer back in, and go do something else.</a:t>
            </a:r>
          </a:p>
          <a:p>
            <a:r>
              <a:rPr lang="en-US" dirty="0"/>
              <a:t>The two projects I want to talk about attack this problem from different angles.</a:t>
            </a:r>
          </a:p>
        </p:txBody>
      </p:sp>
      <p:sp>
        <p:nvSpPr>
          <p:cNvPr id="4" name="Slide Number Placeholder 3">
            <a:extLst>
              <a:ext uri="{FF2B5EF4-FFF2-40B4-BE49-F238E27FC236}">
                <a16:creationId xmlns:a16="http://schemas.microsoft.com/office/drawing/2014/main" id="{375FA396-5776-E4C6-3B14-480BA7D1EA4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1F7E897-39A9-584D-81E7-27FE272F407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2671115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first takes advantage of RealChem — an online textbook and homework system developed by my collaborator Dr. Dave Yaron at Carnegie Mellon, funded by the Gates Foundation, with both general chemistry I and II.</a:t>
            </a:r>
          </a:p>
          <a:p>
            <a:r>
              <a:t>What sets it apart is the research-driven design.</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a:extLst>
            <a:ext uri="{FF2B5EF4-FFF2-40B4-BE49-F238E27FC236}">
              <a16:creationId xmlns:a16="http://schemas.microsoft.com/office/drawing/2014/main" id="{09676CA9-C0CC-BB02-C915-15944788483F}"/>
            </a:ext>
          </a:extLst>
        </p:cNvPr>
        <p:cNvGrpSpPr/>
        <p:nvPr/>
      </p:nvGrpSpPr>
      <p:grpSpPr>
        <a:xfrm>
          <a:off x="0" y="0"/>
          <a:ext cx="0" cy="0"/>
          <a:chOff x="0" y="0"/>
          <a:chExt cx="0" cy="0"/>
        </a:xfrm>
      </p:grpSpPr>
      <p:sp>
        <p:nvSpPr>
          <p:cNvPr id="174" name="Google Shape;174;g3412909bd22_0_0:notes">
            <a:extLst>
              <a:ext uri="{FF2B5EF4-FFF2-40B4-BE49-F238E27FC236}">
                <a16:creationId xmlns:a16="http://schemas.microsoft.com/office/drawing/2014/main" id="{7A23FC9C-0337-384D-4D28-306800C7E7E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One minute overview of foundation pointing out features, videos, worked examples, </a:t>
            </a:r>
            <a:r>
              <a:rPr lang="en-US" b="1" dirty="0"/>
              <a:t>visual organizers (what are those)</a:t>
            </a:r>
            <a:r>
              <a:rPr lang="en-US" dirty="0"/>
              <a:t>, worked examples, interactive examples and Many, Many activities</a:t>
            </a:r>
          </a:p>
          <a:p>
            <a:pPr marL="0" lvl="0" indent="0" algn="l" rtl="0">
              <a:spcBef>
                <a:spcPts val="0"/>
              </a:spcBef>
              <a:spcAft>
                <a:spcPts val="0"/>
              </a:spcAft>
              <a:buNone/>
            </a:pPr>
            <a:endParaRPr dirty="0"/>
          </a:p>
        </p:txBody>
      </p:sp>
      <p:sp>
        <p:nvSpPr>
          <p:cNvPr id="175" name="Google Shape;175;g3412909bd22_0_0:notes">
            <a:extLst>
              <a:ext uri="{FF2B5EF4-FFF2-40B4-BE49-F238E27FC236}">
                <a16:creationId xmlns:a16="http://schemas.microsoft.com/office/drawing/2014/main" id="{4A7E1FC0-53EC-9C2C-4AE3-12FE2FBBDBD7}"/>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711720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a:extLst>
            <a:ext uri="{FF2B5EF4-FFF2-40B4-BE49-F238E27FC236}">
              <a16:creationId xmlns:a16="http://schemas.microsoft.com/office/drawing/2014/main" id="{DB43FB8A-70A1-0AE3-BCB0-E46909DD4E0F}"/>
            </a:ext>
          </a:extLst>
        </p:cNvPr>
        <p:cNvGrpSpPr/>
        <p:nvPr/>
      </p:nvGrpSpPr>
      <p:grpSpPr>
        <a:xfrm>
          <a:off x="0" y="0"/>
          <a:ext cx="0" cy="0"/>
          <a:chOff x="0" y="0"/>
          <a:chExt cx="0" cy="0"/>
        </a:xfrm>
      </p:grpSpPr>
      <p:sp>
        <p:nvSpPr>
          <p:cNvPr id="435" name="Google Shape;435;g397e1553b76_5_97:notes">
            <a:extLst>
              <a:ext uri="{FF2B5EF4-FFF2-40B4-BE49-F238E27FC236}">
                <a16:creationId xmlns:a16="http://schemas.microsoft.com/office/drawing/2014/main" id="{197D1E38-9552-18C1-FD36-E5948CEA9D86}"/>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6" name="Google Shape;436;g397e1553b76_5_97:notes">
            <a:extLst>
              <a:ext uri="{FF2B5EF4-FFF2-40B4-BE49-F238E27FC236}">
                <a16:creationId xmlns:a16="http://schemas.microsoft.com/office/drawing/2014/main" id="{F10441CD-9A97-A45A-60C6-3D0F560773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US" i="1" dirty="0"/>
              <a:t>Key point:</a:t>
            </a:r>
            <a:r>
              <a:rPr lang="en-US" dirty="0"/>
              <a:t> Traditional education research is pretest–intervention–posttest. We have data on every single problem a student attempts. That lets us see learning happen, not just measure it before and after.</a:t>
            </a:r>
          </a:p>
          <a:p>
            <a:r>
              <a:rPr lang="en-US" i="1" dirty="0"/>
              <a:t>Keep this short — it's a setup slide.</a:t>
            </a:r>
            <a:endParaRPr lang="en-US" dirty="0"/>
          </a:p>
          <a:p>
            <a:r>
              <a:rPr lang="en-US" i="1" dirty="0"/>
              <a:t>Transition:</a:t>
            </a:r>
            <a:r>
              <a:rPr lang="en-US" dirty="0"/>
              <a:t> "And the first thing the data tells us is that not all practice is the same."</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9247131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g397e1553b76_4_19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6" name="Google Shape;456;g397e1553b76_4_1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Ray</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a:extLst>
            <a:ext uri="{FF2B5EF4-FFF2-40B4-BE49-F238E27FC236}">
              <a16:creationId xmlns:a16="http://schemas.microsoft.com/office/drawing/2014/main" id="{8704F3A7-BB54-291B-9FE2-859195424752}"/>
            </a:ext>
          </a:extLst>
        </p:cNvPr>
        <p:cNvGrpSpPr/>
        <p:nvPr/>
      </p:nvGrpSpPr>
      <p:grpSpPr>
        <a:xfrm>
          <a:off x="0" y="0"/>
          <a:ext cx="0" cy="0"/>
          <a:chOff x="0" y="0"/>
          <a:chExt cx="0" cy="0"/>
        </a:xfrm>
      </p:grpSpPr>
      <p:sp>
        <p:nvSpPr>
          <p:cNvPr id="455" name="Google Shape;455;g397e1553b76_4_190:notes">
            <a:extLst>
              <a:ext uri="{FF2B5EF4-FFF2-40B4-BE49-F238E27FC236}">
                <a16:creationId xmlns:a16="http://schemas.microsoft.com/office/drawing/2014/main" id="{51DF5064-1AB4-9ADE-CF50-8B5C784470B7}"/>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6" name="Google Shape;456;g397e1553b76_4_190:notes">
            <a:extLst>
              <a:ext uri="{FF2B5EF4-FFF2-40B4-BE49-F238E27FC236}">
                <a16:creationId xmlns:a16="http://schemas.microsoft.com/office/drawing/2014/main" id="{7BD132E1-E6D4-1756-2CE1-6496EC7B9F2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Ray</a:t>
            </a:r>
            <a:endParaRPr/>
          </a:p>
        </p:txBody>
      </p:sp>
    </p:spTree>
    <p:extLst>
      <p:ext uri="{BB962C8B-B14F-4D97-AF65-F5344CB8AC3E}">
        <p14:creationId xmlns:p14="http://schemas.microsoft.com/office/powerpoint/2010/main" val="38958531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397e1553b76_5_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397e1553b76_5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Equal to about </a:t>
            </a:r>
            <a:r>
              <a:rPr lang="en-US"/>
              <a:t>2 items…</a:t>
            </a:r>
          </a:p>
        </p:txBody>
      </p:sp>
    </p:spTree>
    <p:extLst>
      <p:ext uri="{BB962C8B-B14F-4D97-AF65-F5344CB8AC3E}">
        <p14:creationId xmlns:p14="http://schemas.microsoft.com/office/powerpoint/2010/main" val="41012984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Key point: ChemCollective is a virtual chemistry lab I've been developing since 2020. 150,000 sessions per semester worldwide. Published evidence (within-teacher RCT) that it improves chemical reasoning and experimental design.</a:t>
            </a:r>
          </a:p>
          <a:p>
            <a:r>
              <a:t>Why it matters here: "You can't easily ChatGPT your way through a virtual experiment. The student has to actually decide what to mix, what to measure, what to conclude. That's authentic engagement by construction."</a:t>
            </a:r>
          </a:p>
          <a:p>
            <a:r>
              <a:t>The challenge: It's hard to scale because students need an instructor to guide them through open-ended exploration.</a:t>
            </a:r>
          </a:p>
          <a:p>
            <a:r>
              <a:t>Transition: "That's the problem AI might be able to solve."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a:extLst>
            <a:ext uri="{FF2B5EF4-FFF2-40B4-BE49-F238E27FC236}">
              <a16:creationId xmlns:a16="http://schemas.microsoft.com/office/drawing/2014/main" id="{1215D650-7F73-1E8C-06AA-3C60615EB667}"/>
            </a:ext>
          </a:extLst>
        </p:cNvPr>
        <p:cNvGrpSpPr/>
        <p:nvPr/>
      </p:nvGrpSpPr>
      <p:grpSpPr>
        <a:xfrm>
          <a:off x="0" y="0"/>
          <a:ext cx="0" cy="0"/>
          <a:chOff x="0" y="0"/>
          <a:chExt cx="0" cy="0"/>
        </a:xfrm>
      </p:grpSpPr>
      <p:sp>
        <p:nvSpPr>
          <p:cNvPr id="174" name="Google Shape;174;g3412909bd22_0_0:notes">
            <a:extLst>
              <a:ext uri="{FF2B5EF4-FFF2-40B4-BE49-F238E27FC236}">
                <a16:creationId xmlns:a16="http://schemas.microsoft.com/office/drawing/2014/main" id="{52A821E0-0663-91F7-CA8C-8934E0E80C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g3412909bd22_0_0:notes">
            <a:extLst>
              <a:ext uri="{FF2B5EF4-FFF2-40B4-BE49-F238E27FC236}">
                <a16:creationId xmlns:a16="http://schemas.microsoft.com/office/drawing/2014/main" id="{6F19AA45-0319-FA4D-4305-08368E4770C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688351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a:extLst>
            <a:ext uri="{FF2B5EF4-FFF2-40B4-BE49-F238E27FC236}">
              <a16:creationId xmlns:a16="http://schemas.microsoft.com/office/drawing/2014/main" id="{660A1BA9-632D-6205-B1A8-6D368126C693}"/>
            </a:ext>
          </a:extLst>
        </p:cNvPr>
        <p:cNvGrpSpPr/>
        <p:nvPr/>
      </p:nvGrpSpPr>
      <p:grpSpPr>
        <a:xfrm>
          <a:off x="0" y="0"/>
          <a:ext cx="0" cy="0"/>
          <a:chOff x="0" y="0"/>
          <a:chExt cx="0" cy="0"/>
        </a:xfrm>
      </p:grpSpPr>
      <p:sp>
        <p:nvSpPr>
          <p:cNvPr id="174" name="Google Shape;174;g3412909bd22_0_0:notes">
            <a:extLst>
              <a:ext uri="{FF2B5EF4-FFF2-40B4-BE49-F238E27FC236}">
                <a16:creationId xmlns:a16="http://schemas.microsoft.com/office/drawing/2014/main" id="{5E2A4499-C9E0-25D7-6206-D1CDA2E8FBC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5" name="Google Shape;175;g3412909bd22_0_0:notes">
            <a:extLst>
              <a:ext uri="{FF2B5EF4-FFF2-40B4-BE49-F238E27FC236}">
                <a16:creationId xmlns:a16="http://schemas.microsoft.com/office/drawing/2014/main" id="{A3C86F7F-2FEC-4B54-7425-DDC45C25F6F0}"/>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62514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a:extLst>
            <a:ext uri="{FF2B5EF4-FFF2-40B4-BE49-F238E27FC236}">
              <a16:creationId xmlns:a16="http://schemas.microsoft.com/office/drawing/2014/main" id="{6CDB9EAC-506C-55CA-FF2F-176664786526}"/>
            </a:ext>
          </a:extLst>
        </p:cNvPr>
        <p:cNvGrpSpPr/>
        <p:nvPr/>
      </p:nvGrpSpPr>
      <p:grpSpPr>
        <a:xfrm>
          <a:off x="0" y="0"/>
          <a:ext cx="0" cy="0"/>
          <a:chOff x="0" y="0"/>
          <a:chExt cx="0" cy="0"/>
        </a:xfrm>
      </p:grpSpPr>
      <p:sp>
        <p:nvSpPr>
          <p:cNvPr id="174" name="Google Shape;174;g3412909bd22_0_0:notes">
            <a:extLst>
              <a:ext uri="{FF2B5EF4-FFF2-40B4-BE49-F238E27FC236}">
                <a16:creationId xmlns:a16="http://schemas.microsoft.com/office/drawing/2014/main" id="{08416916-EF7A-490D-D7D0-A83F5CC8E6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75" name="Google Shape;175;g3412909bd22_0_0:notes">
            <a:extLst>
              <a:ext uri="{FF2B5EF4-FFF2-40B4-BE49-F238E27FC236}">
                <a16:creationId xmlns:a16="http://schemas.microsoft.com/office/drawing/2014/main" id="{97C45941-5880-CA5B-481F-2D4980D0B79E}"/>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613943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a:extLst>
            <a:ext uri="{FF2B5EF4-FFF2-40B4-BE49-F238E27FC236}">
              <a16:creationId xmlns:a16="http://schemas.microsoft.com/office/drawing/2014/main" id="{DE58DD78-BD69-0636-9F47-E092D0930053}"/>
            </a:ext>
          </a:extLst>
        </p:cNvPr>
        <p:cNvGrpSpPr/>
        <p:nvPr/>
      </p:nvGrpSpPr>
      <p:grpSpPr>
        <a:xfrm>
          <a:off x="0" y="0"/>
          <a:ext cx="0" cy="0"/>
          <a:chOff x="0" y="0"/>
          <a:chExt cx="0" cy="0"/>
        </a:xfrm>
      </p:grpSpPr>
      <p:sp>
        <p:nvSpPr>
          <p:cNvPr id="174" name="Google Shape;174;g3412909bd22_0_0:notes">
            <a:extLst>
              <a:ext uri="{FF2B5EF4-FFF2-40B4-BE49-F238E27FC236}">
                <a16:creationId xmlns:a16="http://schemas.microsoft.com/office/drawing/2014/main" id="{680DA0F2-2665-AD3C-3427-F535F63B5EA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5" name="Google Shape;175;g3412909bd22_0_0:notes">
            <a:extLst>
              <a:ext uri="{FF2B5EF4-FFF2-40B4-BE49-F238E27FC236}">
                <a16:creationId xmlns:a16="http://schemas.microsoft.com/office/drawing/2014/main" id="{62DC560B-D22D-0692-7610-2B12EF1C4D2A}"/>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184078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5—Content 1 1">
  <p:cSld name="TITLE_2_1">
    <p:spTree>
      <p:nvGrpSpPr>
        <p:cNvPr id="1" name="Shape 85"/>
        <p:cNvGrpSpPr/>
        <p:nvPr/>
      </p:nvGrpSpPr>
      <p:grpSpPr>
        <a:xfrm>
          <a:off x="0" y="0"/>
          <a:ext cx="0" cy="0"/>
          <a:chOff x="0" y="0"/>
          <a:chExt cx="0" cy="0"/>
        </a:xfrm>
      </p:grpSpPr>
      <p:sp>
        <p:nvSpPr>
          <p:cNvPr id="86" name="Google Shape;86;p20"/>
          <p:cNvSpPr/>
          <p:nvPr/>
        </p:nvSpPr>
        <p:spPr>
          <a:xfrm>
            <a:off x="4597125" y="-6767"/>
            <a:ext cx="4546800" cy="6864800"/>
          </a:xfrm>
          <a:prstGeom prst="rect">
            <a:avLst/>
          </a:prstGeom>
          <a:gradFill>
            <a:gsLst>
              <a:gs pos="0">
                <a:srgbClr val="D49421"/>
              </a:gs>
              <a:gs pos="48000">
                <a:schemeClr val="accent3"/>
              </a:gs>
              <a:gs pos="100000">
                <a:schemeClr val="accent1"/>
              </a:gs>
              <a:gs pos="100000">
                <a:srgbClr val="9348DB"/>
              </a:gs>
            </a:gsLst>
            <a:lin ang="8100019"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87" name="Google Shape;87;p20"/>
          <p:cNvSpPr/>
          <p:nvPr/>
        </p:nvSpPr>
        <p:spPr>
          <a:xfrm>
            <a:off x="0" y="0"/>
            <a:ext cx="44400" cy="6858000"/>
          </a:xfrm>
          <a:prstGeom prst="rect">
            <a:avLst/>
          </a:prstGeom>
          <a:gradFill>
            <a:gsLst>
              <a:gs pos="0">
                <a:srgbClr val="D49421"/>
              </a:gs>
              <a:gs pos="48000">
                <a:schemeClr val="accent3"/>
              </a:gs>
              <a:gs pos="100000">
                <a:schemeClr val="accent1"/>
              </a:gs>
              <a:gs pos="100000">
                <a:srgbClr val="9348DB"/>
              </a:gs>
            </a:gsLst>
            <a:lin ang="8100019" scaled="0"/>
          </a:gradFill>
          <a:ln>
            <a:noFill/>
          </a:ln>
        </p:spPr>
        <p:txBody>
          <a:bodyPr spcFirstLastPara="1" wrap="square" lIns="19050" tIns="19050" rIns="19050" bIns="19050" anchor="ctr" anchorCtr="0">
            <a:noAutofit/>
          </a:bodyPr>
          <a:lstStyle/>
          <a:p>
            <a:pPr marL="0" marR="0" lvl="0" indent="0" algn="ctr" rtl="0">
              <a:lnSpc>
                <a:spcPct val="100000"/>
              </a:lnSpc>
              <a:spcBef>
                <a:spcPts val="0"/>
              </a:spcBef>
              <a:spcAft>
                <a:spcPts val="0"/>
              </a:spcAft>
              <a:buClr>
                <a:schemeClr val="accent5"/>
              </a:buClr>
              <a:buSzPts val="1200"/>
              <a:buFont typeface="Helvetica Neue"/>
              <a:buNone/>
            </a:pPr>
            <a:endParaRPr sz="1200" b="0" i="0" u="none" strike="noStrike" cap="none">
              <a:solidFill>
                <a:schemeClr val="accent5"/>
              </a:solidFill>
              <a:latin typeface="Helvetica Neue"/>
              <a:ea typeface="Helvetica Neue"/>
              <a:cs typeface="Helvetica Neue"/>
              <a:sym typeface="Helvetica Neue"/>
            </a:endParaRPr>
          </a:p>
        </p:txBody>
      </p:sp>
      <p:sp>
        <p:nvSpPr>
          <p:cNvPr id="88" name="Google Shape;88;p20"/>
          <p:cNvSpPr txBox="1">
            <a:spLocks noGrp="1"/>
          </p:cNvSpPr>
          <p:nvPr>
            <p:ph type="title"/>
          </p:nvPr>
        </p:nvSpPr>
        <p:spPr>
          <a:xfrm>
            <a:off x="633414" y="177800"/>
            <a:ext cx="7877100" cy="1143200"/>
          </a:xfrm>
          <a:prstGeom prst="rect">
            <a:avLst/>
          </a:prstGeom>
          <a:noFill/>
          <a:ln>
            <a:noFill/>
          </a:ln>
        </p:spPr>
        <p:txBody>
          <a:bodyPr spcFirstLastPara="1" wrap="square" lIns="19050" tIns="19050" rIns="19050" bIns="19050" anchor="ctr" anchorCtr="0">
            <a:noAutofit/>
          </a:bodyPr>
          <a:lstStyle>
            <a:lvl1pPr marR="0" lvl="0" rtl="0">
              <a:lnSpc>
                <a:spcPct val="100000"/>
              </a:lnSpc>
              <a:spcBef>
                <a:spcPts val="0"/>
              </a:spcBef>
              <a:spcAft>
                <a:spcPts val="0"/>
              </a:spcAft>
              <a:buSzPts val="2300"/>
              <a:buNone/>
              <a:defRPr i="0" u="none" strike="noStrike" cap="none"/>
            </a:lvl1pPr>
            <a:lvl2pPr marR="0" lvl="1" rtl="0">
              <a:lnSpc>
                <a:spcPct val="100000"/>
              </a:lnSpc>
              <a:spcBef>
                <a:spcPts val="0"/>
              </a:spcBef>
              <a:spcAft>
                <a:spcPts val="0"/>
              </a:spcAft>
              <a:buSzPts val="4500"/>
              <a:buFont typeface="DM Serif Display"/>
              <a:buNone/>
              <a:defRPr sz="4500" i="0" u="none" strike="noStrike" cap="none">
                <a:latin typeface="DM Serif Display"/>
                <a:ea typeface="DM Serif Display"/>
                <a:cs typeface="DM Serif Display"/>
                <a:sym typeface="DM Serif Display"/>
              </a:defRPr>
            </a:lvl2pPr>
            <a:lvl3pPr marR="0" lvl="2" rtl="0">
              <a:lnSpc>
                <a:spcPct val="100000"/>
              </a:lnSpc>
              <a:spcBef>
                <a:spcPts val="0"/>
              </a:spcBef>
              <a:spcAft>
                <a:spcPts val="0"/>
              </a:spcAft>
              <a:buSzPts val="4500"/>
              <a:buFont typeface="DM Serif Display"/>
              <a:buNone/>
              <a:defRPr sz="4500" i="0" u="none" strike="noStrike" cap="none">
                <a:latin typeface="DM Serif Display"/>
                <a:ea typeface="DM Serif Display"/>
                <a:cs typeface="DM Serif Display"/>
                <a:sym typeface="DM Serif Display"/>
              </a:defRPr>
            </a:lvl3pPr>
            <a:lvl4pPr marR="0" lvl="3" rtl="0">
              <a:lnSpc>
                <a:spcPct val="100000"/>
              </a:lnSpc>
              <a:spcBef>
                <a:spcPts val="0"/>
              </a:spcBef>
              <a:spcAft>
                <a:spcPts val="0"/>
              </a:spcAft>
              <a:buSzPts val="4500"/>
              <a:buFont typeface="DM Serif Display"/>
              <a:buNone/>
              <a:defRPr sz="4500" i="0" u="none" strike="noStrike" cap="none">
                <a:latin typeface="DM Serif Display"/>
                <a:ea typeface="DM Serif Display"/>
                <a:cs typeface="DM Serif Display"/>
                <a:sym typeface="DM Serif Display"/>
              </a:defRPr>
            </a:lvl4pPr>
            <a:lvl5pPr marR="0" lvl="4" rtl="0">
              <a:lnSpc>
                <a:spcPct val="100000"/>
              </a:lnSpc>
              <a:spcBef>
                <a:spcPts val="0"/>
              </a:spcBef>
              <a:spcAft>
                <a:spcPts val="0"/>
              </a:spcAft>
              <a:buSzPts val="4500"/>
              <a:buFont typeface="DM Serif Display"/>
              <a:buNone/>
              <a:defRPr sz="4500" i="0" u="none" strike="noStrike" cap="none">
                <a:latin typeface="DM Serif Display"/>
                <a:ea typeface="DM Serif Display"/>
                <a:cs typeface="DM Serif Display"/>
                <a:sym typeface="DM Serif Display"/>
              </a:defRPr>
            </a:lvl5pPr>
            <a:lvl6pPr marR="0" lvl="5" rtl="0">
              <a:lnSpc>
                <a:spcPct val="100000"/>
              </a:lnSpc>
              <a:spcBef>
                <a:spcPts val="0"/>
              </a:spcBef>
              <a:spcAft>
                <a:spcPts val="0"/>
              </a:spcAft>
              <a:buSzPts val="4500"/>
              <a:buFont typeface="DM Serif Display"/>
              <a:buNone/>
              <a:defRPr sz="4500" i="0" u="none" strike="noStrike" cap="none">
                <a:latin typeface="DM Serif Display"/>
                <a:ea typeface="DM Serif Display"/>
                <a:cs typeface="DM Serif Display"/>
                <a:sym typeface="DM Serif Display"/>
              </a:defRPr>
            </a:lvl6pPr>
            <a:lvl7pPr marR="0" lvl="6" rtl="0">
              <a:lnSpc>
                <a:spcPct val="100000"/>
              </a:lnSpc>
              <a:spcBef>
                <a:spcPts val="0"/>
              </a:spcBef>
              <a:spcAft>
                <a:spcPts val="0"/>
              </a:spcAft>
              <a:buSzPts val="4500"/>
              <a:buFont typeface="DM Serif Display"/>
              <a:buNone/>
              <a:defRPr sz="4500" i="0" u="none" strike="noStrike" cap="none">
                <a:latin typeface="DM Serif Display"/>
                <a:ea typeface="DM Serif Display"/>
                <a:cs typeface="DM Serif Display"/>
                <a:sym typeface="DM Serif Display"/>
              </a:defRPr>
            </a:lvl7pPr>
            <a:lvl8pPr marR="0" lvl="7" rtl="0">
              <a:lnSpc>
                <a:spcPct val="100000"/>
              </a:lnSpc>
              <a:spcBef>
                <a:spcPts val="0"/>
              </a:spcBef>
              <a:spcAft>
                <a:spcPts val="0"/>
              </a:spcAft>
              <a:buSzPts val="4500"/>
              <a:buFont typeface="DM Serif Display"/>
              <a:buNone/>
              <a:defRPr sz="4500" i="0" u="none" strike="noStrike" cap="none">
                <a:latin typeface="DM Serif Display"/>
                <a:ea typeface="DM Serif Display"/>
                <a:cs typeface="DM Serif Display"/>
                <a:sym typeface="DM Serif Display"/>
              </a:defRPr>
            </a:lvl8pPr>
            <a:lvl9pPr marR="0" lvl="8" rtl="0">
              <a:lnSpc>
                <a:spcPct val="100000"/>
              </a:lnSpc>
              <a:spcBef>
                <a:spcPts val="0"/>
              </a:spcBef>
              <a:spcAft>
                <a:spcPts val="0"/>
              </a:spcAft>
              <a:buSzPts val="4500"/>
              <a:buFont typeface="DM Serif Display"/>
              <a:buNone/>
              <a:defRPr sz="4500" i="0" u="none" strike="noStrike" cap="none">
                <a:latin typeface="DM Serif Display"/>
                <a:ea typeface="DM Serif Display"/>
                <a:cs typeface="DM Serif Display"/>
                <a:sym typeface="DM Serif Display"/>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amp; Subtitle 1 1">
  <p:cSld name="TITLE_3_2">
    <p:spTree>
      <p:nvGrpSpPr>
        <p:cNvPr id="1" name="Shape 89"/>
        <p:cNvGrpSpPr/>
        <p:nvPr/>
      </p:nvGrpSpPr>
      <p:grpSpPr>
        <a:xfrm>
          <a:off x="0" y="0"/>
          <a:ext cx="0" cy="0"/>
          <a:chOff x="0" y="0"/>
          <a:chExt cx="0" cy="0"/>
        </a:xfrm>
      </p:grpSpPr>
      <p:pic>
        <p:nvPicPr>
          <p:cNvPr id="90" name="Google Shape;90;p21"/>
          <p:cNvPicPr preferRelativeResize="0"/>
          <p:nvPr/>
        </p:nvPicPr>
        <p:blipFill>
          <a:blip r:embed="rId2">
            <a:alphaModFix/>
          </a:blip>
          <a:stretch>
            <a:fillRect/>
          </a:stretch>
        </p:blipFill>
        <p:spPr>
          <a:xfrm>
            <a:off x="7666928" y="261437"/>
            <a:ext cx="584975" cy="567163"/>
          </a:xfrm>
          <a:prstGeom prst="rect">
            <a:avLst/>
          </a:prstGeom>
          <a:noFill/>
          <a:ln>
            <a:noFill/>
          </a:ln>
        </p:spPr>
      </p:pic>
      <p:pic>
        <p:nvPicPr>
          <p:cNvPr id="91" name="Google Shape;91;p21"/>
          <p:cNvPicPr preferRelativeResize="0"/>
          <p:nvPr/>
        </p:nvPicPr>
        <p:blipFill>
          <a:blip r:embed="rId3">
            <a:alphaModFix/>
          </a:blip>
          <a:stretch>
            <a:fillRect/>
          </a:stretch>
        </p:blipFill>
        <p:spPr>
          <a:xfrm>
            <a:off x="8352976" y="177802"/>
            <a:ext cx="518363" cy="650799"/>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amp; Subtitle 1 1 1">
  <p:cSld name="TITLE_3_2_1">
    <p:spTree>
      <p:nvGrpSpPr>
        <p:cNvPr id="1" name="Shape 92"/>
        <p:cNvGrpSpPr/>
        <p:nvPr/>
      </p:nvGrpSpPr>
      <p:grpSpPr>
        <a:xfrm>
          <a:off x="0" y="0"/>
          <a:ext cx="0" cy="0"/>
          <a:chOff x="0" y="0"/>
          <a:chExt cx="0" cy="0"/>
        </a:xfrm>
      </p:grpSpPr>
      <p:sp>
        <p:nvSpPr>
          <p:cNvPr id="93" name="Google Shape;93;p22"/>
          <p:cNvSpPr/>
          <p:nvPr/>
        </p:nvSpPr>
        <p:spPr>
          <a:xfrm>
            <a:off x="0" y="0"/>
            <a:ext cx="44400" cy="6858000"/>
          </a:xfrm>
          <a:prstGeom prst="rect">
            <a:avLst/>
          </a:prstGeom>
          <a:gradFill>
            <a:gsLst>
              <a:gs pos="0">
                <a:schemeClr val="accent6"/>
              </a:gs>
              <a:gs pos="28000">
                <a:srgbClr val="A283E9"/>
              </a:gs>
              <a:gs pos="100000">
                <a:schemeClr val="accent5"/>
              </a:gs>
              <a:gs pos="100000">
                <a:srgbClr val="9348DB"/>
              </a:gs>
            </a:gsLst>
            <a:lin ang="8100019" scaled="0"/>
          </a:gradFill>
          <a:ln>
            <a:noFill/>
          </a:ln>
        </p:spPr>
        <p:txBody>
          <a:bodyPr spcFirstLastPara="1" wrap="square" lIns="19050" tIns="19050" rIns="19050" bIns="19050" anchor="ctr" anchorCtr="0">
            <a:noAutofit/>
          </a:bodyPr>
          <a:lstStyle/>
          <a:p>
            <a:pPr marL="0" marR="0" lvl="0" indent="0" algn="ctr" rtl="0">
              <a:lnSpc>
                <a:spcPct val="100000"/>
              </a:lnSpc>
              <a:spcBef>
                <a:spcPts val="0"/>
              </a:spcBef>
              <a:spcAft>
                <a:spcPts val="0"/>
              </a:spcAft>
              <a:buClr>
                <a:schemeClr val="accent5"/>
              </a:buClr>
              <a:buSzPts val="1200"/>
              <a:buFont typeface="Helvetica Neue"/>
              <a:buNone/>
            </a:pPr>
            <a:endParaRPr sz="1200" b="0" i="0" u="none" strike="noStrike" cap="none">
              <a:solidFill>
                <a:schemeClr val="accent5"/>
              </a:solidFill>
              <a:latin typeface="Helvetica Neue"/>
              <a:ea typeface="Helvetica Neue"/>
              <a:cs typeface="Helvetica Neue"/>
              <a:sym typeface="Helvetica Neue"/>
            </a:endParaRPr>
          </a:p>
        </p:txBody>
      </p:sp>
      <p:sp>
        <p:nvSpPr>
          <p:cNvPr id="94" name="Google Shape;94;p22"/>
          <p:cNvSpPr/>
          <p:nvPr/>
        </p:nvSpPr>
        <p:spPr>
          <a:xfrm>
            <a:off x="-4478075" y="-6232133"/>
            <a:ext cx="8906400" cy="11875200"/>
          </a:xfrm>
          <a:prstGeom prst="ellipse">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pic>
        <p:nvPicPr>
          <p:cNvPr id="95" name="Google Shape;95;p22"/>
          <p:cNvPicPr preferRelativeResize="0"/>
          <p:nvPr/>
        </p:nvPicPr>
        <p:blipFill>
          <a:blip r:embed="rId2">
            <a:alphaModFix/>
          </a:blip>
          <a:stretch>
            <a:fillRect/>
          </a:stretch>
        </p:blipFill>
        <p:spPr>
          <a:xfrm>
            <a:off x="49892" y="1551496"/>
            <a:ext cx="447775" cy="1680033"/>
          </a:xfrm>
          <a:prstGeom prst="rect">
            <a:avLst/>
          </a:prstGeom>
          <a:noFill/>
          <a:ln>
            <a:noFill/>
          </a:ln>
        </p:spPr>
      </p:pic>
      <p:pic>
        <p:nvPicPr>
          <p:cNvPr id="96" name="Google Shape;96;p22"/>
          <p:cNvPicPr preferRelativeResize="0"/>
          <p:nvPr/>
        </p:nvPicPr>
        <p:blipFill>
          <a:blip r:embed="rId2">
            <a:alphaModFix/>
          </a:blip>
          <a:stretch>
            <a:fillRect/>
          </a:stretch>
        </p:blipFill>
        <p:spPr>
          <a:xfrm>
            <a:off x="611284" y="1551496"/>
            <a:ext cx="447775" cy="1680033"/>
          </a:xfrm>
          <a:prstGeom prst="rect">
            <a:avLst/>
          </a:prstGeom>
          <a:noFill/>
          <a:ln>
            <a:noFill/>
          </a:ln>
        </p:spPr>
      </p:pic>
      <p:pic>
        <p:nvPicPr>
          <p:cNvPr id="97" name="Google Shape;97;p22"/>
          <p:cNvPicPr preferRelativeResize="0"/>
          <p:nvPr/>
        </p:nvPicPr>
        <p:blipFill>
          <a:blip r:embed="rId2">
            <a:alphaModFix/>
          </a:blip>
          <a:stretch>
            <a:fillRect/>
          </a:stretch>
        </p:blipFill>
        <p:spPr>
          <a:xfrm>
            <a:off x="49892" y="-282645"/>
            <a:ext cx="447775" cy="1680033"/>
          </a:xfrm>
          <a:prstGeom prst="rect">
            <a:avLst/>
          </a:prstGeom>
          <a:noFill/>
          <a:ln>
            <a:noFill/>
          </a:ln>
        </p:spPr>
      </p:pic>
      <p:pic>
        <p:nvPicPr>
          <p:cNvPr id="98" name="Google Shape;98;p22"/>
          <p:cNvPicPr preferRelativeResize="0"/>
          <p:nvPr/>
        </p:nvPicPr>
        <p:blipFill>
          <a:blip r:embed="rId2">
            <a:alphaModFix/>
          </a:blip>
          <a:stretch>
            <a:fillRect/>
          </a:stretch>
        </p:blipFill>
        <p:spPr>
          <a:xfrm>
            <a:off x="611284" y="-282645"/>
            <a:ext cx="447775" cy="1680033"/>
          </a:xfrm>
          <a:prstGeom prst="rect">
            <a:avLst/>
          </a:prstGeom>
          <a:noFill/>
          <a:ln>
            <a:noFill/>
          </a:ln>
        </p:spPr>
      </p:pic>
      <p:pic>
        <p:nvPicPr>
          <p:cNvPr id="99" name="Google Shape;99;p22"/>
          <p:cNvPicPr preferRelativeResize="0"/>
          <p:nvPr/>
        </p:nvPicPr>
        <p:blipFill>
          <a:blip r:embed="rId2">
            <a:alphaModFix/>
          </a:blip>
          <a:stretch>
            <a:fillRect/>
          </a:stretch>
        </p:blipFill>
        <p:spPr>
          <a:xfrm>
            <a:off x="1171428" y="-282645"/>
            <a:ext cx="447775" cy="1680033"/>
          </a:xfrm>
          <a:prstGeom prst="rect">
            <a:avLst/>
          </a:prstGeom>
          <a:noFill/>
          <a:ln>
            <a:noFill/>
          </a:ln>
        </p:spPr>
      </p:pic>
      <p:pic>
        <p:nvPicPr>
          <p:cNvPr id="100" name="Google Shape;100;p22"/>
          <p:cNvPicPr preferRelativeResize="0"/>
          <p:nvPr/>
        </p:nvPicPr>
        <p:blipFill>
          <a:blip r:embed="rId2">
            <a:alphaModFix/>
          </a:blip>
          <a:stretch>
            <a:fillRect/>
          </a:stretch>
        </p:blipFill>
        <p:spPr>
          <a:xfrm>
            <a:off x="1172659" y="1551496"/>
            <a:ext cx="447775" cy="1680033"/>
          </a:xfrm>
          <a:prstGeom prst="rect">
            <a:avLst/>
          </a:prstGeom>
          <a:noFill/>
          <a:ln>
            <a:noFill/>
          </a:ln>
        </p:spPr>
      </p:pic>
      <p:pic>
        <p:nvPicPr>
          <p:cNvPr id="101" name="Google Shape;101;p22"/>
          <p:cNvPicPr preferRelativeResize="0"/>
          <p:nvPr/>
        </p:nvPicPr>
        <p:blipFill>
          <a:blip r:embed="rId3">
            <a:alphaModFix/>
          </a:blip>
          <a:stretch>
            <a:fillRect/>
          </a:stretch>
        </p:blipFill>
        <p:spPr>
          <a:xfrm rot="-8509613">
            <a:off x="-1455487" y="2933504"/>
            <a:ext cx="4210673" cy="3484201"/>
          </a:xfrm>
          <a:prstGeom prst="rect">
            <a:avLst/>
          </a:prstGeom>
          <a:noFill/>
          <a:ln>
            <a:noFill/>
          </a:ln>
        </p:spPr>
      </p:pic>
      <p:pic>
        <p:nvPicPr>
          <p:cNvPr id="102" name="Google Shape;102;p22"/>
          <p:cNvPicPr preferRelativeResize="0"/>
          <p:nvPr/>
        </p:nvPicPr>
        <p:blipFill>
          <a:blip r:embed="rId4">
            <a:alphaModFix/>
          </a:blip>
          <a:stretch>
            <a:fillRect/>
          </a:stretch>
        </p:blipFill>
        <p:spPr>
          <a:xfrm rot="9965142">
            <a:off x="-457223" y="-123917"/>
            <a:ext cx="4010403" cy="4401692"/>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itle &amp; Subtitle 1 1 2">
  <p:cSld name="TITLE_3_2_2">
    <p:spTree>
      <p:nvGrpSpPr>
        <p:cNvPr id="1" name="Shape 103"/>
        <p:cNvGrpSpPr/>
        <p:nvPr/>
      </p:nvGrpSpPr>
      <p:grpSpPr>
        <a:xfrm>
          <a:off x="0" y="0"/>
          <a:ext cx="0" cy="0"/>
          <a:chOff x="0" y="0"/>
          <a:chExt cx="0" cy="0"/>
        </a:xfrm>
      </p:grpSpPr>
      <p:sp>
        <p:nvSpPr>
          <p:cNvPr id="104" name="Google Shape;104;p23"/>
          <p:cNvSpPr/>
          <p:nvPr/>
        </p:nvSpPr>
        <p:spPr>
          <a:xfrm>
            <a:off x="0" y="0"/>
            <a:ext cx="44400" cy="6858000"/>
          </a:xfrm>
          <a:prstGeom prst="rect">
            <a:avLst/>
          </a:prstGeom>
          <a:gradFill>
            <a:gsLst>
              <a:gs pos="0">
                <a:schemeClr val="accent6"/>
              </a:gs>
              <a:gs pos="28000">
                <a:srgbClr val="A283E9"/>
              </a:gs>
              <a:gs pos="100000">
                <a:schemeClr val="accent5"/>
              </a:gs>
              <a:gs pos="100000">
                <a:srgbClr val="9348DB"/>
              </a:gs>
            </a:gsLst>
            <a:lin ang="8100019" scaled="0"/>
          </a:gradFill>
          <a:ln>
            <a:noFill/>
          </a:ln>
        </p:spPr>
        <p:txBody>
          <a:bodyPr spcFirstLastPara="1" wrap="square" lIns="19050" tIns="19050" rIns="19050" bIns="19050" anchor="ctr" anchorCtr="0">
            <a:noAutofit/>
          </a:bodyPr>
          <a:lstStyle/>
          <a:p>
            <a:pPr marL="0" marR="0" lvl="0" indent="0" algn="ctr" rtl="0">
              <a:lnSpc>
                <a:spcPct val="100000"/>
              </a:lnSpc>
              <a:spcBef>
                <a:spcPts val="0"/>
              </a:spcBef>
              <a:spcAft>
                <a:spcPts val="0"/>
              </a:spcAft>
              <a:buClr>
                <a:schemeClr val="accent5"/>
              </a:buClr>
              <a:buSzPts val="1200"/>
              <a:buFont typeface="Helvetica Neue"/>
              <a:buNone/>
            </a:pPr>
            <a:endParaRPr sz="1200" b="0" i="0" u="none" strike="noStrike" cap="none">
              <a:solidFill>
                <a:schemeClr val="accent5"/>
              </a:solidFill>
              <a:latin typeface="Helvetica Neue"/>
              <a:ea typeface="Helvetica Neue"/>
              <a:cs typeface="Helvetica Neue"/>
              <a:sym typeface="Helvetica Neue"/>
            </a:endParaRPr>
          </a:p>
        </p:txBody>
      </p:sp>
      <p:sp>
        <p:nvSpPr>
          <p:cNvPr id="105" name="Google Shape;105;p23"/>
          <p:cNvSpPr txBox="1"/>
          <p:nvPr/>
        </p:nvSpPr>
        <p:spPr>
          <a:xfrm>
            <a:off x="647300" y="6548200"/>
            <a:ext cx="3799800" cy="98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6C6C6C"/>
              </a:buClr>
              <a:buSzPts val="600"/>
              <a:buFont typeface="Helvetica Neue"/>
              <a:buNone/>
            </a:pPr>
            <a:r>
              <a:rPr lang="en" sz="600">
                <a:solidFill>
                  <a:srgbClr val="6C6C6C"/>
                </a:solidFill>
                <a:latin typeface="Roboto Mono"/>
                <a:ea typeface="Roboto Mono"/>
                <a:cs typeface="Roboto Mono"/>
                <a:sym typeface="Roboto Mono"/>
              </a:rPr>
              <a:t>ASU-CMU Exemplar Chemistry</a:t>
            </a:r>
            <a:endParaRPr sz="600">
              <a:solidFill>
                <a:srgbClr val="6C6C6C"/>
              </a:solidFill>
              <a:latin typeface="Roboto Mono"/>
              <a:ea typeface="Roboto Mono"/>
              <a:cs typeface="Roboto Mono"/>
              <a:sym typeface="Roboto Mono"/>
            </a:endParaRPr>
          </a:p>
          <a:p>
            <a:pPr marL="0" lvl="0" indent="0" algn="l" rtl="0">
              <a:spcBef>
                <a:spcPts val="0"/>
              </a:spcBef>
              <a:spcAft>
                <a:spcPts val="0"/>
              </a:spcAft>
              <a:buClr>
                <a:srgbClr val="6C6C6C"/>
              </a:buClr>
              <a:buSzPts val="600"/>
              <a:buFont typeface="Helvetica Neue"/>
              <a:buNone/>
            </a:pPr>
            <a:endParaRPr sz="600">
              <a:solidFill>
                <a:srgbClr val="6C6C6C"/>
              </a:solidFill>
              <a:latin typeface="Roboto Mono"/>
              <a:ea typeface="Roboto Mono"/>
              <a:cs typeface="Roboto Mono"/>
              <a:sym typeface="Roboto Mono"/>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Title &amp; Subtitle 1 1 2 1">
  <p:cSld name="TITLE_3_2_2_1">
    <p:spTree>
      <p:nvGrpSpPr>
        <p:cNvPr id="1" name="Shape 106"/>
        <p:cNvGrpSpPr/>
        <p:nvPr/>
      </p:nvGrpSpPr>
      <p:grpSpPr>
        <a:xfrm>
          <a:off x="0" y="0"/>
          <a:ext cx="0" cy="0"/>
          <a:chOff x="0" y="0"/>
          <a:chExt cx="0" cy="0"/>
        </a:xfrm>
      </p:grpSpPr>
      <p:sp>
        <p:nvSpPr>
          <p:cNvPr id="107" name="Google Shape;107;p24"/>
          <p:cNvSpPr/>
          <p:nvPr/>
        </p:nvSpPr>
        <p:spPr>
          <a:xfrm>
            <a:off x="0" y="0"/>
            <a:ext cx="44400" cy="6858000"/>
          </a:xfrm>
          <a:prstGeom prst="rect">
            <a:avLst/>
          </a:prstGeom>
          <a:gradFill>
            <a:gsLst>
              <a:gs pos="0">
                <a:schemeClr val="accent6"/>
              </a:gs>
              <a:gs pos="28000">
                <a:srgbClr val="A283E9"/>
              </a:gs>
              <a:gs pos="100000">
                <a:schemeClr val="accent5"/>
              </a:gs>
              <a:gs pos="100000">
                <a:srgbClr val="9348DB"/>
              </a:gs>
            </a:gsLst>
            <a:lin ang="8100019" scaled="0"/>
          </a:gradFill>
          <a:ln>
            <a:noFill/>
          </a:ln>
        </p:spPr>
        <p:txBody>
          <a:bodyPr spcFirstLastPara="1" wrap="square" lIns="19050" tIns="19050" rIns="19050" bIns="19050" anchor="ctr" anchorCtr="0">
            <a:noAutofit/>
          </a:bodyPr>
          <a:lstStyle/>
          <a:p>
            <a:pPr marL="0" marR="0" lvl="0" indent="0" algn="ctr" rtl="0">
              <a:lnSpc>
                <a:spcPct val="100000"/>
              </a:lnSpc>
              <a:spcBef>
                <a:spcPts val="0"/>
              </a:spcBef>
              <a:spcAft>
                <a:spcPts val="0"/>
              </a:spcAft>
              <a:buClr>
                <a:schemeClr val="accent5"/>
              </a:buClr>
              <a:buSzPts val="1200"/>
              <a:buFont typeface="Helvetica Neue"/>
              <a:buNone/>
            </a:pPr>
            <a:endParaRPr sz="1200" b="0" i="0" u="none" strike="noStrike" cap="none">
              <a:solidFill>
                <a:schemeClr val="accent5"/>
              </a:solidFill>
              <a:latin typeface="Helvetica Neue"/>
              <a:ea typeface="Helvetica Neue"/>
              <a:cs typeface="Helvetica Neue"/>
              <a:sym typeface="Helvetica Neue"/>
            </a:endParaRPr>
          </a:p>
        </p:txBody>
      </p:sp>
      <p:pic>
        <p:nvPicPr>
          <p:cNvPr id="108" name="Google Shape;108;p24"/>
          <p:cNvPicPr preferRelativeResize="0"/>
          <p:nvPr/>
        </p:nvPicPr>
        <p:blipFill>
          <a:blip r:embed="rId2">
            <a:alphaModFix/>
          </a:blip>
          <a:stretch>
            <a:fillRect/>
          </a:stretch>
        </p:blipFill>
        <p:spPr>
          <a:xfrm>
            <a:off x="7666928" y="261437"/>
            <a:ext cx="584975" cy="567163"/>
          </a:xfrm>
          <a:prstGeom prst="rect">
            <a:avLst/>
          </a:prstGeom>
          <a:noFill/>
          <a:ln>
            <a:noFill/>
          </a:ln>
        </p:spPr>
      </p:pic>
      <p:pic>
        <p:nvPicPr>
          <p:cNvPr id="109" name="Google Shape;109;p24"/>
          <p:cNvPicPr preferRelativeResize="0"/>
          <p:nvPr/>
        </p:nvPicPr>
        <p:blipFill>
          <a:blip r:embed="rId3">
            <a:alphaModFix/>
          </a:blip>
          <a:stretch>
            <a:fillRect/>
          </a:stretch>
        </p:blipFill>
        <p:spPr>
          <a:xfrm>
            <a:off x="8352976" y="177802"/>
            <a:ext cx="518363" cy="650799"/>
          </a:xfrm>
          <a:prstGeom prst="rect">
            <a:avLst/>
          </a:prstGeom>
          <a:noFill/>
          <a:ln>
            <a:noFill/>
          </a:ln>
        </p:spPr>
      </p:pic>
      <p:sp>
        <p:nvSpPr>
          <p:cNvPr id="110" name="Google Shape;110;p24"/>
          <p:cNvSpPr txBox="1"/>
          <p:nvPr/>
        </p:nvSpPr>
        <p:spPr>
          <a:xfrm>
            <a:off x="647300" y="6548200"/>
            <a:ext cx="3799800" cy="98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6C6C6C"/>
              </a:buClr>
              <a:buSzPts val="600"/>
              <a:buFont typeface="Helvetica Neue"/>
              <a:buNone/>
            </a:pPr>
            <a:r>
              <a:rPr lang="en" sz="600">
                <a:solidFill>
                  <a:srgbClr val="6C6C6C"/>
                </a:solidFill>
                <a:latin typeface="Roboto Mono"/>
                <a:ea typeface="Roboto Mono"/>
                <a:cs typeface="Roboto Mono"/>
                <a:sym typeface="Roboto Mono"/>
              </a:rPr>
              <a:t>ASU-CMU Exemplar Chemistry</a:t>
            </a:r>
            <a:endParaRPr sz="600">
              <a:solidFill>
                <a:srgbClr val="6C6C6C"/>
              </a:solidFill>
              <a:latin typeface="Roboto Mono"/>
              <a:ea typeface="Roboto Mono"/>
              <a:cs typeface="Roboto Mono"/>
              <a:sym typeface="Roboto Mono"/>
            </a:endParaRPr>
          </a:p>
          <a:p>
            <a:pPr marL="0" lvl="0" indent="0" algn="l" rtl="0">
              <a:spcBef>
                <a:spcPts val="0"/>
              </a:spcBef>
              <a:spcAft>
                <a:spcPts val="0"/>
              </a:spcAft>
              <a:buClr>
                <a:srgbClr val="6C6C6C"/>
              </a:buClr>
              <a:buSzPts val="600"/>
              <a:buFont typeface="Helvetica Neue"/>
              <a:buNone/>
            </a:pPr>
            <a:endParaRPr sz="600">
              <a:solidFill>
                <a:srgbClr val="6C6C6C"/>
              </a:solidFill>
              <a:latin typeface="Roboto Mono"/>
              <a:ea typeface="Roboto Mono"/>
              <a:cs typeface="Roboto Mono"/>
              <a:sym typeface="Roboto Mono"/>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Title &amp; Subtitle 1 1 1 1 1">
  <p:cSld name="TITLE_3_2_1_1_1">
    <p:spTree>
      <p:nvGrpSpPr>
        <p:cNvPr id="1" name="Shape 113"/>
        <p:cNvGrpSpPr/>
        <p:nvPr/>
      </p:nvGrpSpPr>
      <p:grpSpPr>
        <a:xfrm>
          <a:off x="0" y="0"/>
          <a:ext cx="0" cy="0"/>
          <a:chOff x="0" y="0"/>
          <a:chExt cx="0" cy="0"/>
        </a:xfrm>
      </p:grpSpPr>
      <p:sp>
        <p:nvSpPr>
          <p:cNvPr id="114" name="Google Shape;114;p26"/>
          <p:cNvSpPr/>
          <p:nvPr/>
        </p:nvSpPr>
        <p:spPr>
          <a:xfrm>
            <a:off x="0" y="0"/>
            <a:ext cx="44400" cy="6858000"/>
          </a:xfrm>
          <a:prstGeom prst="rect">
            <a:avLst/>
          </a:prstGeom>
          <a:gradFill>
            <a:gsLst>
              <a:gs pos="0">
                <a:srgbClr val="DDDDDD"/>
              </a:gs>
              <a:gs pos="100000">
                <a:srgbClr val="919191"/>
              </a:gs>
            </a:gsLst>
            <a:lin ang="5400012" scaled="0"/>
          </a:gradFill>
          <a:ln>
            <a:noFill/>
          </a:ln>
        </p:spPr>
        <p:txBody>
          <a:bodyPr spcFirstLastPara="1" wrap="square" lIns="19050" tIns="19050" rIns="19050" bIns="19050" anchor="ctr" anchorCtr="0">
            <a:noAutofit/>
          </a:bodyPr>
          <a:lstStyle/>
          <a:p>
            <a:pPr marL="0" marR="0" lvl="0" indent="0" algn="ctr" rtl="0">
              <a:lnSpc>
                <a:spcPct val="100000"/>
              </a:lnSpc>
              <a:spcBef>
                <a:spcPts val="0"/>
              </a:spcBef>
              <a:spcAft>
                <a:spcPts val="0"/>
              </a:spcAft>
              <a:buClr>
                <a:schemeClr val="accent5"/>
              </a:buClr>
              <a:buSzPts val="1200"/>
              <a:buFont typeface="Helvetica Neue"/>
              <a:buNone/>
            </a:pPr>
            <a:endParaRPr sz="1200" b="0" i="0" u="none" strike="noStrike" cap="none">
              <a:solidFill>
                <a:schemeClr val="accent5"/>
              </a:solidFill>
              <a:latin typeface="Helvetica Neue"/>
              <a:ea typeface="Helvetica Neue"/>
              <a:cs typeface="Helvetica Neue"/>
              <a:sym typeface="Helvetica Neue"/>
            </a:endParaRPr>
          </a:p>
        </p:txBody>
      </p:sp>
      <p:sp>
        <p:nvSpPr>
          <p:cNvPr id="115" name="Google Shape;115;p26"/>
          <p:cNvSpPr/>
          <p:nvPr/>
        </p:nvSpPr>
        <p:spPr>
          <a:xfrm>
            <a:off x="-4478075" y="-6232133"/>
            <a:ext cx="8906400" cy="11875200"/>
          </a:xfrm>
          <a:prstGeom prst="ellips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pic>
        <p:nvPicPr>
          <p:cNvPr id="116" name="Google Shape;116;p26"/>
          <p:cNvPicPr preferRelativeResize="0"/>
          <p:nvPr/>
        </p:nvPicPr>
        <p:blipFill>
          <a:blip r:embed="rId2">
            <a:alphaModFix/>
          </a:blip>
          <a:stretch>
            <a:fillRect/>
          </a:stretch>
        </p:blipFill>
        <p:spPr>
          <a:xfrm>
            <a:off x="49892" y="1551496"/>
            <a:ext cx="447775" cy="1680033"/>
          </a:xfrm>
          <a:prstGeom prst="rect">
            <a:avLst/>
          </a:prstGeom>
          <a:noFill/>
          <a:ln>
            <a:noFill/>
          </a:ln>
        </p:spPr>
      </p:pic>
      <p:pic>
        <p:nvPicPr>
          <p:cNvPr id="117" name="Google Shape;117;p26"/>
          <p:cNvPicPr preferRelativeResize="0"/>
          <p:nvPr/>
        </p:nvPicPr>
        <p:blipFill>
          <a:blip r:embed="rId2">
            <a:alphaModFix/>
          </a:blip>
          <a:stretch>
            <a:fillRect/>
          </a:stretch>
        </p:blipFill>
        <p:spPr>
          <a:xfrm>
            <a:off x="611284" y="1551496"/>
            <a:ext cx="447775" cy="1680033"/>
          </a:xfrm>
          <a:prstGeom prst="rect">
            <a:avLst/>
          </a:prstGeom>
          <a:noFill/>
          <a:ln>
            <a:noFill/>
          </a:ln>
        </p:spPr>
      </p:pic>
      <p:pic>
        <p:nvPicPr>
          <p:cNvPr id="118" name="Google Shape;118;p26"/>
          <p:cNvPicPr preferRelativeResize="0"/>
          <p:nvPr/>
        </p:nvPicPr>
        <p:blipFill>
          <a:blip r:embed="rId2">
            <a:alphaModFix/>
          </a:blip>
          <a:stretch>
            <a:fillRect/>
          </a:stretch>
        </p:blipFill>
        <p:spPr>
          <a:xfrm>
            <a:off x="49892" y="-282645"/>
            <a:ext cx="447775" cy="1680033"/>
          </a:xfrm>
          <a:prstGeom prst="rect">
            <a:avLst/>
          </a:prstGeom>
          <a:noFill/>
          <a:ln>
            <a:noFill/>
          </a:ln>
        </p:spPr>
      </p:pic>
      <p:pic>
        <p:nvPicPr>
          <p:cNvPr id="119" name="Google Shape;119;p26"/>
          <p:cNvPicPr preferRelativeResize="0"/>
          <p:nvPr/>
        </p:nvPicPr>
        <p:blipFill>
          <a:blip r:embed="rId2">
            <a:alphaModFix/>
          </a:blip>
          <a:stretch>
            <a:fillRect/>
          </a:stretch>
        </p:blipFill>
        <p:spPr>
          <a:xfrm>
            <a:off x="611284" y="-282645"/>
            <a:ext cx="447775" cy="1680033"/>
          </a:xfrm>
          <a:prstGeom prst="rect">
            <a:avLst/>
          </a:prstGeom>
          <a:noFill/>
          <a:ln>
            <a:noFill/>
          </a:ln>
        </p:spPr>
      </p:pic>
      <p:pic>
        <p:nvPicPr>
          <p:cNvPr id="120" name="Google Shape;120;p26"/>
          <p:cNvPicPr preferRelativeResize="0"/>
          <p:nvPr/>
        </p:nvPicPr>
        <p:blipFill>
          <a:blip r:embed="rId2">
            <a:alphaModFix/>
          </a:blip>
          <a:stretch>
            <a:fillRect/>
          </a:stretch>
        </p:blipFill>
        <p:spPr>
          <a:xfrm>
            <a:off x="1171428" y="-282645"/>
            <a:ext cx="447775" cy="1680033"/>
          </a:xfrm>
          <a:prstGeom prst="rect">
            <a:avLst/>
          </a:prstGeom>
          <a:noFill/>
          <a:ln>
            <a:noFill/>
          </a:ln>
        </p:spPr>
      </p:pic>
      <p:pic>
        <p:nvPicPr>
          <p:cNvPr id="121" name="Google Shape;121;p26"/>
          <p:cNvPicPr preferRelativeResize="0"/>
          <p:nvPr/>
        </p:nvPicPr>
        <p:blipFill>
          <a:blip r:embed="rId2">
            <a:alphaModFix/>
          </a:blip>
          <a:stretch>
            <a:fillRect/>
          </a:stretch>
        </p:blipFill>
        <p:spPr>
          <a:xfrm>
            <a:off x="1172659" y="1551496"/>
            <a:ext cx="447775" cy="1680033"/>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Title &amp; Subtitle 1 1 2 2">
  <p:cSld name="TITLE_3_2_2_2">
    <p:spTree>
      <p:nvGrpSpPr>
        <p:cNvPr id="1" name="Shape 122"/>
        <p:cNvGrpSpPr/>
        <p:nvPr/>
      </p:nvGrpSpPr>
      <p:grpSpPr>
        <a:xfrm>
          <a:off x="0" y="0"/>
          <a:ext cx="0" cy="0"/>
          <a:chOff x="0" y="0"/>
          <a:chExt cx="0" cy="0"/>
        </a:xfrm>
      </p:grpSpPr>
      <p:sp>
        <p:nvSpPr>
          <p:cNvPr id="123" name="Google Shape;123;p27"/>
          <p:cNvSpPr/>
          <p:nvPr/>
        </p:nvSpPr>
        <p:spPr>
          <a:xfrm>
            <a:off x="0" y="0"/>
            <a:ext cx="44400" cy="6858000"/>
          </a:xfrm>
          <a:prstGeom prst="rect">
            <a:avLst/>
          </a:prstGeom>
          <a:gradFill>
            <a:gsLst>
              <a:gs pos="0">
                <a:srgbClr val="D4DCE3"/>
              </a:gs>
              <a:gs pos="100000">
                <a:srgbClr val="8B9BA9"/>
              </a:gs>
            </a:gsLst>
            <a:lin ang="5400012" scaled="0"/>
          </a:gradFill>
          <a:ln>
            <a:noFill/>
          </a:ln>
        </p:spPr>
        <p:txBody>
          <a:bodyPr spcFirstLastPara="1" wrap="square" lIns="19050" tIns="19050" rIns="19050" bIns="19050" anchor="ctr" anchorCtr="0">
            <a:noAutofit/>
          </a:bodyPr>
          <a:lstStyle/>
          <a:p>
            <a:pPr marL="0" marR="0" lvl="0" indent="0" algn="ctr" rtl="0">
              <a:lnSpc>
                <a:spcPct val="100000"/>
              </a:lnSpc>
              <a:spcBef>
                <a:spcPts val="0"/>
              </a:spcBef>
              <a:spcAft>
                <a:spcPts val="0"/>
              </a:spcAft>
              <a:buClr>
                <a:schemeClr val="accent5"/>
              </a:buClr>
              <a:buSzPts val="1200"/>
              <a:buFont typeface="Helvetica Neue"/>
              <a:buNone/>
            </a:pPr>
            <a:endParaRPr sz="1200" b="0" i="0" u="none" strike="noStrike" cap="none">
              <a:solidFill>
                <a:schemeClr val="accent5"/>
              </a:solidFill>
              <a:latin typeface="Helvetica Neue"/>
              <a:ea typeface="Helvetica Neue"/>
              <a:cs typeface="Helvetica Neue"/>
              <a:sym typeface="Helvetica Neue"/>
            </a:endParaRPr>
          </a:p>
        </p:txBody>
      </p:sp>
      <p:sp>
        <p:nvSpPr>
          <p:cNvPr id="124" name="Google Shape;124;p27"/>
          <p:cNvSpPr txBox="1"/>
          <p:nvPr/>
        </p:nvSpPr>
        <p:spPr>
          <a:xfrm>
            <a:off x="647300" y="6548200"/>
            <a:ext cx="3799800" cy="98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6C6C6C"/>
              </a:buClr>
              <a:buSzPts val="600"/>
              <a:buFont typeface="Helvetica Neue"/>
              <a:buNone/>
            </a:pPr>
            <a:r>
              <a:rPr lang="en" sz="600">
                <a:solidFill>
                  <a:srgbClr val="6C6C6C"/>
                </a:solidFill>
                <a:latin typeface="Roboto Mono"/>
                <a:ea typeface="Roboto Mono"/>
                <a:cs typeface="Roboto Mono"/>
                <a:sym typeface="Roboto Mono"/>
              </a:rPr>
              <a:t>ASU-CMU Exemplar Chemistry</a:t>
            </a:r>
            <a:endParaRPr sz="600">
              <a:solidFill>
                <a:srgbClr val="6C6C6C"/>
              </a:solidFill>
              <a:latin typeface="Roboto Mono"/>
              <a:ea typeface="Roboto Mono"/>
              <a:cs typeface="Roboto Mono"/>
              <a:sym typeface="Roboto Mono"/>
            </a:endParaRPr>
          </a:p>
          <a:p>
            <a:pPr marL="0" lvl="0" indent="0" algn="l" rtl="0">
              <a:spcBef>
                <a:spcPts val="0"/>
              </a:spcBef>
              <a:spcAft>
                <a:spcPts val="0"/>
              </a:spcAft>
              <a:buClr>
                <a:srgbClr val="6C6C6C"/>
              </a:buClr>
              <a:buSzPts val="600"/>
              <a:buFont typeface="Helvetica Neue"/>
              <a:buNone/>
            </a:pPr>
            <a:endParaRPr sz="600">
              <a:solidFill>
                <a:srgbClr val="6C6C6C"/>
              </a:solidFill>
              <a:latin typeface="Roboto Mono"/>
              <a:ea typeface="Roboto Mono"/>
              <a:cs typeface="Roboto Mono"/>
              <a:sym typeface="Roboto Mon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2—Table of Contents">
  <p:cSld name="CUSTOM_5">
    <p:spTree>
      <p:nvGrpSpPr>
        <p:cNvPr id="1" name="Shape 129"/>
        <p:cNvGrpSpPr/>
        <p:nvPr/>
      </p:nvGrpSpPr>
      <p:grpSpPr>
        <a:xfrm>
          <a:off x="0" y="0"/>
          <a:ext cx="0" cy="0"/>
          <a:chOff x="0" y="0"/>
          <a:chExt cx="0" cy="0"/>
        </a:xfrm>
      </p:grpSpPr>
      <p:sp>
        <p:nvSpPr>
          <p:cNvPr id="130" name="Google Shape;130;p29"/>
          <p:cNvSpPr txBox="1"/>
          <p:nvPr/>
        </p:nvSpPr>
        <p:spPr>
          <a:xfrm rot="-5400000">
            <a:off x="-339183" y="3349363"/>
            <a:ext cx="1500000" cy="159274"/>
          </a:xfrm>
          <a:prstGeom prst="rect">
            <a:avLst/>
          </a:prstGeom>
          <a:noFill/>
          <a:ln>
            <a:noFill/>
          </a:ln>
        </p:spPr>
        <p:txBody>
          <a:bodyPr spcFirstLastPara="1" wrap="square" lIns="0" tIns="0" rIns="0" bIns="0" anchor="t" anchorCtr="0">
            <a:spAutoFit/>
          </a:bodyPr>
          <a:lstStyle/>
          <a:p>
            <a:pPr marL="0" lvl="0" indent="0" algn="ctr" rtl="0">
              <a:lnSpc>
                <a:spcPct val="115000"/>
              </a:lnSpc>
              <a:spcBef>
                <a:spcPts val="0"/>
              </a:spcBef>
              <a:spcAft>
                <a:spcPts val="0"/>
              </a:spcAft>
              <a:buNone/>
            </a:pPr>
            <a:r>
              <a:rPr lang="en" sz="900">
                <a:solidFill>
                  <a:schemeClr val="dk1"/>
                </a:solidFill>
                <a:latin typeface="Roboto Mono Medium"/>
                <a:ea typeface="Roboto Mono Medium"/>
                <a:cs typeface="Roboto Mono Medium"/>
                <a:sym typeface="Roboto Mono Medium"/>
              </a:rPr>
              <a:t>CONTENTS</a:t>
            </a:r>
            <a:endParaRPr sz="500">
              <a:solidFill>
                <a:schemeClr val="dk1"/>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TITLE_AND_BODY_2">
  <p:cSld name="TITLE_AND_BODY_2">
    <p:spTree>
      <p:nvGrpSpPr>
        <p:cNvPr id="1" name="Shape 131"/>
        <p:cNvGrpSpPr/>
        <p:nvPr/>
      </p:nvGrpSpPr>
      <p:grpSpPr>
        <a:xfrm>
          <a:off x="0" y="0"/>
          <a:ext cx="0" cy="0"/>
          <a:chOff x="0" y="0"/>
          <a:chExt cx="0" cy="0"/>
        </a:xfrm>
      </p:grpSpPr>
      <p:sp>
        <p:nvSpPr>
          <p:cNvPr id="132" name="Google Shape;132;p30"/>
          <p:cNvSpPr txBox="1">
            <a:spLocks noGrp="1"/>
          </p:cNvSpPr>
          <p:nvPr>
            <p:ph type="title"/>
          </p:nvPr>
        </p:nvSpPr>
        <p:spPr>
          <a:xfrm>
            <a:off x="311700" y="593367"/>
            <a:ext cx="8520600" cy="763600"/>
          </a:xfrm>
          <a:prstGeom prst="rect">
            <a:avLst/>
          </a:prstGeom>
        </p:spPr>
        <p:txBody>
          <a:bodyPr spcFirstLastPara="1" wrap="square" lIns="19050" tIns="19050" rIns="19050" bIns="19050" anchor="ctr" anchorCtr="0">
            <a:noAutofit/>
          </a:bodyPr>
          <a:lstStyle>
            <a:lvl1pPr lvl="0" rtl="0">
              <a:spcBef>
                <a:spcPts val="0"/>
              </a:spcBef>
              <a:spcAft>
                <a:spcPts val="0"/>
              </a:spcAft>
              <a:buSzPts val="2300"/>
              <a:buNone/>
              <a:defRPr/>
            </a:lvl1pPr>
            <a:lvl2pPr lvl="1" rtl="0">
              <a:spcBef>
                <a:spcPts val="0"/>
              </a:spcBef>
              <a:spcAft>
                <a:spcPts val="0"/>
              </a:spcAft>
              <a:buSzPts val="4500"/>
              <a:buNone/>
              <a:defRPr/>
            </a:lvl2pPr>
            <a:lvl3pPr lvl="2" rtl="0">
              <a:spcBef>
                <a:spcPts val="0"/>
              </a:spcBef>
              <a:spcAft>
                <a:spcPts val="0"/>
              </a:spcAft>
              <a:buSzPts val="4500"/>
              <a:buNone/>
              <a:defRPr/>
            </a:lvl3pPr>
            <a:lvl4pPr lvl="3" rtl="0">
              <a:spcBef>
                <a:spcPts val="0"/>
              </a:spcBef>
              <a:spcAft>
                <a:spcPts val="0"/>
              </a:spcAft>
              <a:buSzPts val="4500"/>
              <a:buNone/>
              <a:defRPr/>
            </a:lvl4pPr>
            <a:lvl5pPr lvl="4" rtl="0">
              <a:spcBef>
                <a:spcPts val="0"/>
              </a:spcBef>
              <a:spcAft>
                <a:spcPts val="0"/>
              </a:spcAft>
              <a:buSzPts val="4500"/>
              <a:buNone/>
              <a:defRPr/>
            </a:lvl5pPr>
            <a:lvl6pPr lvl="5" rtl="0">
              <a:spcBef>
                <a:spcPts val="0"/>
              </a:spcBef>
              <a:spcAft>
                <a:spcPts val="0"/>
              </a:spcAft>
              <a:buSzPts val="4500"/>
              <a:buNone/>
              <a:defRPr/>
            </a:lvl6pPr>
            <a:lvl7pPr lvl="6" rtl="0">
              <a:spcBef>
                <a:spcPts val="0"/>
              </a:spcBef>
              <a:spcAft>
                <a:spcPts val="0"/>
              </a:spcAft>
              <a:buSzPts val="4500"/>
              <a:buNone/>
              <a:defRPr/>
            </a:lvl7pPr>
            <a:lvl8pPr lvl="7" rtl="0">
              <a:spcBef>
                <a:spcPts val="0"/>
              </a:spcBef>
              <a:spcAft>
                <a:spcPts val="0"/>
              </a:spcAft>
              <a:buSzPts val="4500"/>
              <a:buNone/>
              <a:defRPr/>
            </a:lvl8pPr>
            <a:lvl9pPr lvl="8" rtl="0">
              <a:spcBef>
                <a:spcPts val="0"/>
              </a:spcBef>
              <a:spcAft>
                <a:spcPts val="0"/>
              </a:spcAft>
              <a:buSzPts val="4500"/>
              <a:buNone/>
              <a:defRPr/>
            </a:lvl9pPr>
          </a:lstStyle>
          <a:p>
            <a:endParaRPr/>
          </a:p>
        </p:txBody>
      </p:sp>
      <p:sp>
        <p:nvSpPr>
          <p:cNvPr id="133" name="Google Shape;133;p30"/>
          <p:cNvSpPr txBox="1">
            <a:spLocks noGrp="1"/>
          </p:cNvSpPr>
          <p:nvPr>
            <p:ph type="body" idx="1"/>
          </p:nvPr>
        </p:nvSpPr>
        <p:spPr>
          <a:xfrm>
            <a:off x="311700" y="1536633"/>
            <a:ext cx="8520600" cy="4555200"/>
          </a:xfrm>
          <a:prstGeom prst="rect">
            <a:avLst/>
          </a:prstGeom>
        </p:spPr>
        <p:txBody>
          <a:bodyPr spcFirstLastPara="1" wrap="square" lIns="19050" tIns="19050" rIns="19050" bIns="19050" anchor="ctr" anchorCtr="0">
            <a:noAutofit/>
          </a:bodyPr>
          <a:lstStyle>
            <a:lvl1pPr marL="457200" lvl="0" indent="-317500" rtl="0">
              <a:spcBef>
                <a:spcPts val="2200"/>
              </a:spcBef>
              <a:spcAft>
                <a:spcPts val="0"/>
              </a:spcAft>
              <a:buSzPts val="1400"/>
              <a:buChar char="•"/>
              <a:defRPr/>
            </a:lvl1pPr>
            <a:lvl2pPr marL="914400" lvl="1" indent="-317500" rtl="0">
              <a:spcBef>
                <a:spcPts val="2200"/>
              </a:spcBef>
              <a:spcAft>
                <a:spcPts val="0"/>
              </a:spcAft>
              <a:buSzPts val="1400"/>
              <a:buChar char="•"/>
              <a:defRPr/>
            </a:lvl2pPr>
            <a:lvl3pPr marL="1371600" lvl="2" indent="-317500" rtl="0">
              <a:spcBef>
                <a:spcPts val="2200"/>
              </a:spcBef>
              <a:spcAft>
                <a:spcPts val="0"/>
              </a:spcAft>
              <a:buSzPts val="1400"/>
              <a:buChar char="•"/>
              <a:defRPr/>
            </a:lvl3pPr>
            <a:lvl4pPr marL="1828800" lvl="3" indent="-317500" rtl="0">
              <a:spcBef>
                <a:spcPts val="2200"/>
              </a:spcBef>
              <a:spcAft>
                <a:spcPts val="0"/>
              </a:spcAft>
              <a:buSzPts val="1400"/>
              <a:buChar char="•"/>
              <a:defRPr/>
            </a:lvl4pPr>
            <a:lvl5pPr marL="2286000" lvl="4" indent="-317500" rtl="0">
              <a:spcBef>
                <a:spcPts val="2200"/>
              </a:spcBef>
              <a:spcAft>
                <a:spcPts val="0"/>
              </a:spcAft>
              <a:buSzPts val="1400"/>
              <a:buChar char="•"/>
              <a:defRPr/>
            </a:lvl5pPr>
            <a:lvl6pPr marL="2743200" lvl="5" indent="-374650" rtl="0">
              <a:spcBef>
                <a:spcPts val="2200"/>
              </a:spcBef>
              <a:spcAft>
                <a:spcPts val="0"/>
              </a:spcAft>
              <a:buSzPts val="2300"/>
              <a:buChar char="•"/>
              <a:defRPr/>
            </a:lvl6pPr>
            <a:lvl7pPr marL="3200400" lvl="6" indent="-374650" rtl="0">
              <a:spcBef>
                <a:spcPts val="2200"/>
              </a:spcBef>
              <a:spcAft>
                <a:spcPts val="0"/>
              </a:spcAft>
              <a:buSzPts val="2300"/>
              <a:buChar char="•"/>
              <a:defRPr/>
            </a:lvl7pPr>
            <a:lvl8pPr marL="3657600" lvl="7" indent="-374650" rtl="0">
              <a:spcBef>
                <a:spcPts val="2200"/>
              </a:spcBef>
              <a:spcAft>
                <a:spcPts val="0"/>
              </a:spcAft>
              <a:buSzPts val="2300"/>
              <a:buChar char="•"/>
              <a:defRPr/>
            </a:lvl8pPr>
            <a:lvl9pPr marL="4114800" lvl="8" indent="-374650" rtl="0">
              <a:spcBef>
                <a:spcPts val="2200"/>
              </a:spcBef>
              <a:spcAft>
                <a:spcPts val="0"/>
              </a:spcAft>
              <a:buSzPts val="2300"/>
              <a:buChar char="•"/>
              <a:defRPr/>
            </a:lvl9pPr>
          </a:lstStyle>
          <a:p>
            <a:endParaRPr/>
          </a:p>
        </p:txBody>
      </p:sp>
      <p:sp>
        <p:nvSpPr>
          <p:cNvPr id="134" name="Google Shape;134;p30"/>
          <p:cNvSpPr txBox="1">
            <a:spLocks noGrp="1"/>
          </p:cNvSpPr>
          <p:nvPr>
            <p:ph type="sldNum" idx="12"/>
          </p:nvPr>
        </p:nvSpPr>
        <p:spPr>
          <a:xfrm>
            <a:off x="8472459" y="6217623"/>
            <a:ext cx="548700" cy="5248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Full Width Head + Copy - Text Only">
  <p:cSld name="Full Width Head + Copy - Text Only">
    <p:spTree>
      <p:nvGrpSpPr>
        <p:cNvPr id="1" name="Shape 135"/>
        <p:cNvGrpSpPr/>
        <p:nvPr/>
      </p:nvGrpSpPr>
      <p:grpSpPr>
        <a:xfrm>
          <a:off x="0" y="0"/>
          <a:ext cx="0" cy="0"/>
          <a:chOff x="0" y="0"/>
          <a:chExt cx="0" cy="0"/>
        </a:xfrm>
      </p:grpSpPr>
      <p:sp>
        <p:nvSpPr>
          <p:cNvPr id="136" name="Google Shape;136;p31"/>
          <p:cNvSpPr txBox="1">
            <a:spLocks noGrp="1"/>
          </p:cNvSpPr>
          <p:nvPr>
            <p:ph type="body" idx="1"/>
          </p:nvPr>
        </p:nvSpPr>
        <p:spPr>
          <a:xfrm>
            <a:off x="365125" y="1718733"/>
            <a:ext cx="8329500" cy="4519200"/>
          </a:xfrm>
          <a:prstGeom prst="rect">
            <a:avLst/>
          </a:prstGeom>
          <a:noFill/>
          <a:ln>
            <a:noFill/>
          </a:ln>
        </p:spPr>
        <p:txBody>
          <a:bodyPr spcFirstLastPara="1" wrap="square" lIns="0" tIns="0" rIns="0" bIns="0" anchor="t" anchorCtr="0">
            <a:noAutofit/>
          </a:bodyPr>
          <a:lstStyle>
            <a:lvl1pPr marL="457200" lvl="0" indent="-317500" algn="l" rtl="0">
              <a:spcBef>
                <a:spcPts val="600"/>
              </a:spcBef>
              <a:spcAft>
                <a:spcPts val="0"/>
              </a:spcAft>
              <a:buSzPts val="1400"/>
              <a:buChar char="•"/>
              <a:defRPr sz="1400" b="0"/>
            </a:lvl1pPr>
            <a:lvl2pPr marL="914400" lvl="1" indent="-311150" algn="l" rtl="0">
              <a:spcBef>
                <a:spcPts val="600"/>
              </a:spcBef>
              <a:spcAft>
                <a:spcPts val="0"/>
              </a:spcAft>
              <a:buClr>
                <a:srgbClr val="5393AA"/>
              </a:buClr>
              <a:buSzPts val="1300"/>
              <a:buFont typeface="Noto Sans Symbols"/>
              <a:buChar char="▪"/>
              <a:defRPr sz="1300"/>
            </a:lvl2pPr>
            <a:lvl3pPr marL="1371600" lvl="2" indent="-304800" algn="l" rtl="0">
              <a:spcBef>
                <a:spcPts val="600"/>
              </a:spcBef>
              <a:spcAft>
                <a:spcPts val="0"/>
              </a:spcAft>
              <a:buClr>
                <a:srgbClr val="3086AB"/>
              </a:buClr>
              <a:buSzPts val="1200"/>
              <a:buFont typeface="Arial"/>
              <a:buChar char="•"/>
              <a:defRPr/>
            </a:lvl3pPr>
            <a:lvl4pPr marL="1828800" lvl="3" indent="-298450" algn="l" rtl="0">
              <a:spcBef>
                <a:spcPts val="600"/>
              </a:spcBef>
              <a:spcAft>
                <a:spcPts val="0"/>
              </a:spcAft>
              <a:buSzPts val="1100"/>
              <a:buFont typeface="Arial"/>
              <a:buChar char="-"/>
              <a:defRPr/>
            </a:lvl4pPr>
            <a:lvl5pPr marL="2286000" lvl="4" indent="-298450" algn="l" rtl="0">
              <a:spcBef>
                <a:spcPts val="600"/>
              </a:spcBef>
              <a:spcAft>
                <a:spcPts val="0"/>
              </a:spcAft>
              <a:buSzPts val="11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137" name="Google Shape;137;p31"/>
          <p:cNvSpPr txBox="1">
            <a:spLocks noGrp="1"/>
          </p:cNvSpPr>
          <p:nvPr>
            <p:ph type="ftr" idx="11"/>
          </p:nvPr>
        </p:nvSpPr>
        <p:spPr>
          <a:xfrm>
            <a:off x="5623564" y="6527945"/>
            <a:ext cx="2895600" cy="207600"/>
          </a:xfrm>
          <a:prstGeom prst="rect">
            <a:avLst/>
          </a:prstGeom>
          <a:noFill/>
          <a:ln>
            <a:noFill/>
          </a:ln>
        </p:spPr>
        <p:txBody>
          <a:bodyPr spcFirstLastPara="1" wrap="square" lIns="0" tIns="0" rIns="0" bIns="0" anchor="b"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38" name="Google Shape;138;p31"/>
          <p:cNvSpPr txBox="1">
            <a:spLocks noGrp="1"/>
          </p:cNvSpPr>
          <p:nvPr>
            <p:ph type="sldNum" idx="12"/>
          </p:nvPr>
        </p:nvSpPr>
        <p:spPr>
          <a:xfrm>
            <a:off x="8519727" y="6527357"/>
            <a:ext cx="190200" cy="207600"/>
          </a:xfrm>
          <a:prstGeom prst="rect">
            <a:avLst/>
          </a:prstGeom>
          <a:noFill/>
          <a:ln>
            <a:noFill/>
          </a:ln>
        </p:spPr>
        <p:txBody>
          <a:bodyPr spcFirstLastPara="1" wrap="square" lIns="0" tIns="0" rIns="0" bIns="0" anchor="b" anchorCtr="0">
            <a:noAutofit/>
          </a:bodyPr>
          <a:lstStyle>
            <a:lvl1pPr marL="0" lvl="0" indent="0" algn="r" rtl="0">
              <a:spcBef>
                <a:spcPts val="0"/>
              </a:spcBef>
              <a:buNone/>
              <a:defRPr>
                <a:solidFill>
                  <a:srgbClr val="000000"/>
                </a:solidFill>
              </a:defRPr>
            </a:lvl1pPr>
            <a:lvl2pPr marL="0" lvl="1" indent="0" algn="r" rtl="0">
              <a:spcBef>
                <a:spcPts val="0"/>
              </a:spcBef>
              <a:buNone/>
              <a:defRPr>
                <a:solidFill>
                  <a:srgbClr val="000000"/>
                </a:solidFill>
              </a:defRPr>
            </a:lvl2pPr>
            <a:lvl3pPr marL="0" lvl="2" indent="0" algn="r" rtl="0">
              <a:spcBef>
                <a:spcPts val="0"/>
              </a:spcBef>
              <a:buNone/>
              <a:defRPr>
                <a:solidFill>
                  <a:srgbClr val="000000"/>
                </a:solidFill>
              </a:defRPr>
            </a:lvl3pPr>
            <a:lvl4pPr marL="0" lvl="3" indent="0" algn="r" rtl="0">
              <a:spcBef>
                <a:spcPts val="0"/>
              </a:spcBef>
              <a:buNone/>
              <a:defRPr>
                <a:solidFill>
                  <a:srgbClr val="000000"/>
                </a:solidFill>
              </a:defRPr>
            </a:lvl4pPr>
            <a:lvl5pPr marL="0" lvl="4" indent="0" algn="r" rtl="0">
              <a:spcBef>
                <a:spcPts val="0"/>
              </a:spcBef>
              <a:buNone/>
              <a:defRPr>
                <a:solidFill>
                  <a:srgbClr val="000000"/>
                </a:solidFill>
              </a:defRPr>
            </a:lvl5pPr>
            <a:lvl6pPr marL="0" lvl="5" indent="0" algn="r" rtl="0">
              <a:spcBef>
                <a:spcPts val="0"/>
              </a:spcBef>
              <a:buNone/>
              <a:defRPr>
                <a:solidFill>
                  <a:srgbClr val="000000"/>
                </a:solidFill>
              </a:defRPr>
            </a:lvl6pPr>
            <a:lvl7pPr marL="0" lvl="6" indent="0" algn="r" rtl="0">
              <a:spcBef>
                <a:spcPts val="0"/>
              </a:spcBef>
              <a:buNone/>
              <a:defRPr>
                <a:solidFill>
                  <a:srgbClr val="000000"/>
                </a:solidFill>
              </a:defRPr>
            </a:lvl7pPr>
            <a:lvl8pPr marL="0" lvl="7" indent="0" algn="r" rtl="0">
              <a:spcBef>
                <a:spcPts val="0"/>
              </a:spcBef>
              <a:buNone/>
              <a:defRPr>
                <a:solidFill>
                  <a:srgbClr val="000000"/>
                </a:solidFill>
              </a:defRPr>
            </a:lvl8pPr>
            <a:lvl9pPr marL="0" lvl="8" indent="0" algn="r" rtl="0">
              <a:spcBef>
                <a:spcPts val="0"/>
              </a:spcBef>
              <a:buNone/>
              <a:defRPr>
                <a:solidFill>
                  <a:srgbClr val="000000"/>
                </a:solidFill>
              </a:defRPr>
            </a:lvl9pPr>
          </a:lstStyle>
          <a:p>
            <a:fld id="{00000000-1234-1234-1234-123412341234}" type="slidenum">
              <a:rPr lang="en" smtClean="0"/>
              <a:pPr/>
              <a:t>‹#›</a:t>
            </a:fld>
            <a:endParaRPr lang="en"/>
          </a:p>
        </p:txBody>
      </p:sp>
      <p:sp>
        <p:nvSpPr>
          <p:cNvPr id="139" name="Google Shape;139;p31"/>
          <p:cNvSpPr txBox="1">
            <a:spLocks noGrp="1"/>
          </p:cNvSpPr>
          <p:nvPr>
            <p:ph type="title"/>
          </p:nvPr>
        </p:nvSpPr>
        <p:spPr>
          <a:xfrm>
            <a:off x="365125" y="646176"/>
            <a:ext cx="8329500" cy="697600"/>
          </a:xfrm>
          <a:prstGeom prst="rect">
            <a:avLst/>
          </a:prstGeom>
          <a:noFill/>
          <a:ln>
            <a:noFill/>
          </a:ln>
        </p:spPr>
        <p:txBody>
          <a:bodyPr spcFirstLastPara="1" wrap="square" lIns="0" tIns="0" rIns="0" bIns="0" anchor="t" anchorCtr="0">
            <a:noAutofit/>
          </a:bodyPr>
          <a:lstStyle>
            <a:lvl1pPr lvl="0" algn="l" rtl="0">
              <a:lnSpc>
                <a:spcPct val="100000"/>
              </a:lnSpc>
              <a:spcBef>
                <a:spcPts val="0"/>
              </a:spcBef>
              <a:spcAft>
                <a:spcPts val="0"/>
              </a:spcAft>
              <a:buClr>
                <a:schemeClr val="accent6"/>
              </a:buClr>
              <a:buSzPts val="2300"/>
              <a:buFont typeface="Arial"/>
              <a:buNone/>
              <a:defRPr/>
            </a:lvl1pPr>
            <a:lvl2pPr lvl="1" rtl="0">
              <a:spcBef>
                <a:spcPts val="0"/>
              </a:spcBef>
              <a:spcAft>
                <a:spcPts val="0"/>
              </a:spcAft>
              <a:buSzPts val="4500"/>
              <a:buNone/>
              <a:defRPr/>
            </a:lvl2pPr>
            <a:lvl3pPr lvl="2" rtl="0">
              <a:spcBef>
                <a:spcPts val="0"/>
              </a:spcBef>
              <a:spcAft>
                <a:spcPts val="0"/>
              </a:spcAft>
              <a:buSzPts val="4500"/>
              <a:buNone/>
              <a:defRPr/>
            </a:lvl3pPr>
            <a:lvl4pPr lvl="3" rtl="0">
              <a:spcBef>
                <a:spcPts val="0"/>
              </a:spcBef>
              <a:spcAft>
                <a:spcPts val="0"/>
              </a:spcAft>
              <a:buSzPts val="4500"/>
              <a:buNone/>
              <a:defRPr/>
            </a:lvl4pPr>
            <a:lvl5pPr lvl="4" rtl="0">
              <a:spcBef>
                <a:spcPts val="0"/>
              </a:spcBef>
              <a:spcAft>
                <a:spcPts val="0"/>
              </a:spcAft>
              <a:buSzPts val="4500"/>
              <a:buNone/>
              <a:defRPr/>
            </a:lvl5pPr>
            <a:lvl6pPr lvl="5" rtl="0">
              <a:spcBef>
                <a:spcPts val="0"/>
              </a:spcBef>
              <a:spcAft>
                <a:spcPts val="0"/>
              </a:spcAft>
              <a:buSzPts val="4500"/>
              <a:buNone/>
              <a:defRPr/>
            </a:lvl6pPr>
            <a:lvl7pPr lvl="6" rtl="0">
              <a:spcBef>
                <a:spcPts val="0"/>
              </a:spcBef>
              <a:spcAft>
                <a:spcPts val="0"/>
              </a:spcAft>
              <a:buSzPts val="4500"/>
              <a:buNone/>
              <a:defRPr/>
            </a:lvl7pPr>
            <a:lvl8pPr lvl="7" rtl="0">
              <a:spcBef>
                <a:spcPts val="0"/>
              </a:spcBef>
              <a:spcAft>
                <a:spcPts val="0"/>
              </a:spcAft>
              <a:buSzPts val="4500"/>
              <a:buNone/>
              <a:defRPr/>
            </a:lvl8pPr>
            <a:lvl9pPr lvl="8" rtl="0">
              <a:spcBef>
                <a:spcPts val="0"/>
              </a:spcBef>
              <a:spcAft>
                <a:spcPts val="0"/>
              </a:spcAft>
              <a:buSzPts val="45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40"/>
        <p:cNvGrpSpPr/>
        <p:nvPr/>
      </p:nvGrpSpPr>
      <p:grpSpPr>
        <a:xfrm>
          <a:off x="0" y="0"/>
          <a:ext cx="0" cy="0"/>
          <a:chOff x="0" y="0"/>
          <a:chExt cx="0" cy="0"/>
        </a:xfrm>
      </p:grpSpPr>
      <p:sp>
        <p:nvSpPr>
          <p:cNvPr id="141" name="Google Shape;141;p32"/>
          <p:cNvSpPr txBox="1">
            <a:spLocks noGrp="1"/>
          </p:cNvSpPr>
          <p:nvPr>
            <p:ph type="ctrTitle"/>
          </p:nvPr>
        </p:nvSpPr>
        <p:spPr>
          <a:xfrm>
            <a:off x="311708" y="992767"/>
            <a:ext cx="8520600" cy="2736800"/>
          </a:xfrm>
          <a:prstGeom prst="rect">
            <a:avLst/>
          </a:prstGeom>
        </p:spPr>
        <p:txBody>
          <a:bodyPr spcFirstLastPara="1" wrap="square" lIns="19050" tIns="19050" rIns="19050" bIns="19050"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42" name="Google Shape;142;p32"/>
          <p:cNvSpPr txBox="1">
            <a:spLocks noGrp="1"/>
          </p:cNvSpPr>
          <p:nvPr>
            <p:ph type="subTitle" idx="1"/>
          </p:nvPr>
        </p:nvSpPr>
        <p:spPr>
          <a:xfrm>
            <a:off x="311700" y="3778833"/>
            <a:ext cx="8520600" cy="1056800"/>
          </a:xfrm>
          <a:prstGeom prst="rect">
            <a:avLst/>
          </a:prstGeom>
        </p:spPr>
        <p:txBody>
          <a:bodyPr spcFirstLastPara="1" wrap="square" lIns="19050" tIns="19050" rIns="19050" bIns="19050" anchor="ctr" anchorCtr="0">
            <a:noAutofit/>
          </a:bodyPr>
          <a:lstStyle>
            <a:lvl1pPr lvl="0" algn="ctr" rtl="0">
              <a:lnSpc>
                <a:spcPct val="100000"/>
              </a:lnSpc>
              <a:spcBef>
                <a:spcPts val="2200"/>
              </a:spcBef>
              <a:spcAft>
                <a:spcPts val="0"/>
              </a:spcAft>
              <a:buSzPts val="2800"/>
              <a:buNone/>
              <a:defRPr sz="2800"/>
            </a:lvl1pPr>
            <a:lvl2pPr lvl="1" algn="ctr" rtl="0">
              <a:lnSpc>
                <a:spcPct val="100000"/>
              </a:lnSpc>
              <a:spcBef>
                <a:spcPts val="2200"/>
              </a:spcBef>
              <a:spcAft>
                <a:spcPts val="0"/>
              </a:spcAft>
              <a:buSzPts val="2800"/>
              <a:buNone/>
              <a:defRPr sz="2800"/>
            </a:lvl2pPr>
            <a:lvl3pPr lvl="2" algn="ctr" rtl="0">
              <a:lnSpc>
                <a:spcPct val="100000"/>
              </a:lnSpc>
              <a:spcBef>
                <a:spcPts val="2200"/>
              </a:spcBef>
              <a:spcAft>
                <a:spcPts val="0"/>
              </a:spcAft>
              <a:buSzPts val="2800"/>
              <a:buNone/>
              <a:defRPr sz="2800"/>
            </a:lvl3pPr>
            <a:lvl4pPr lvl="3" algn="ctr" rtl="0">
              <a:lnSpc>
                <a:spcPct val="100000"/>
              </a:lnSpc>
              <a:spcBef>
                <a:spcPts val="2200"/>
              </a:spcBef>
              <a:spcAft>
                <a:spcPts val="0"/>
              </a:spcAft>
              <a:buSzPts val="2800"/>
              <a:buNone/>
              <a:defRPr sz="2800"/>
            </a:lvl4pPr>
            <a:lvl5pPr lvl="4" algn="ctr" rtl="0">
              <a:lnSpc>
                <a:spcPct val="100000"/>
              </a:lnSpc>
              <a:spcBef>
                <a:spcPts val="2200"/>
              </a:spcBef>
              <a:spcAft>
                <a:spcPts val="0"/>
              </a:spcAft>
              <a:buSzPts val="2800"/>
              <a:buNone/>
              <a:defRPr sz="2800"/>
            </a:lvl5pPr>
            <a:lvl6pPr lvl="5" algn="ctr" rtl="0">
              <a:lnSpc>
                <a:spcPct val="100000"/>
              </a:lnSpc>
              <a:spcBef>
                <a:spcPts val="2200"/>
              </a:spcBef>
              <a:spcAft>
                <a:spcPts val="0"/>
              </a:spcAft>
              <a:buSzPts val="2800"/>
              <a:buNone/>
              <a:defRPr sz="2800"/>
            </a:lvl6pPr>
            <a:lvl7pPr lvl="6" algn="ctr" rtl="0">
              <a:lnSpc>
                <a:spcPct val="100000"/>
              </a:lnSpc>
              <a:spcBef>
                <a:spcPts val="2200"/>
              </a:spcBef>
              <a:spcAft>
                <a:spcPts val="0"/>
              </a:spcAft>
              <a:buSzPts val="2800"/>
              <a:buNone/>
              <a:defRPr sz="2800"/>
            </a:lvl7pPr>
            <a:lvl8pPr lvl="7" algn="ctr" rtl="0">
              <a:lnSpc>
                <a:spcPct val="100000"/>
              </a:lnSpc>
              <a:spcBef>
                <a:spcPts val="2200"/>
              </a:spcBef>
              <a:spcAft>
                <a:spcPts val="0"/>
              </a:spcAft>
              <a:buSzPts val="2800"/>
              <a:buNone/>
              <a:defRPr sz="2800"/>
            </a:lvl8pPr>
            <a:lvl9pPr lvl="8" algn="ctr" rtl="0">
              <a:lnSpc>
                <a:spcPct val="100000"/>
              </a:lnSpc>
              <a:spcBef>
                <a:spcPts val="2200"/>
              </a:spcBef>
              <a:spcAft>
                <a:spcPts val="0"/>
              </a:spcAft>
              <a:buSzPts val="2800"/>
              <a:buNone/>
              <a:defRPr sz="2800"/>
            </a:lvl9pPr>
          </a:lstStyle>
          <a:p>
            <a:endParaRPr/>
          </a:p>
        </p:txBody>
      </p:sp>
      <p:sp>
        <p:nvSpPr>
          <p:cNvPr id="143" name="Google Shape;143;p32"/>
          <p:cNvSpPr txBox="1">
            <a:spLocks noGrp="1"/>
          </p:cNvSpPr>
          <p:nvPr>
            <p:ph type="sldNum" idx="12"/>
          </p:nvPr>
        </p:nvSpPr>
        <p:spPr>
          <a:xfrm>
            <a:off x="8472459" y="6217623"/>
            <a:ext cx="548700" cy="5248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TITLE_AND_BODY_3">
  <p:cSld name="TITLE_AND_BODY_3">
    <p:spTree>
      <p:nvGrpSpPr>
        <p:cNvPr id="1" name="Shape 144"/>
        <p:cNvGrpSpPr/>
        <p:nvPr/>
      </p:nvGrpSpPr>
      <p:grpSpPr>
        <a:xfrm>
          <a:off x="0" y="0"/>
          <a:ext cx="0" cy="0"/>
          <a:chOff x="0" y="0"/>
          <a:chExt cx="0" cy="0"/>
        </a:xfrm>
      </p:grpSpPr>
      <p:sp>
        <p:nvSpPr>
          <p:cNvPr id="145" name="Google Shape;145;p33"/>
          <p:cNvSpPr txBox="1">
            <a:spLocks noGrp="1"/>
          </p:cNvSpPr>
          <p:nvPr>
            <p:ph type="title"/>
          </p:nvPr>
        </p:nvSpPr>
        <p:spPr>
          <a:xfrm>
            <a:off x="616500" y="593367"/>
            <a:ext cx="8520600" cy="763600"/>
          </a:xfrm>
          <a:prstGeom prst="rect">
            <a:avLst/>
          </a:prstGeom>
        </p:spPr>
        <p:txBody>
          <a:bodyPr spcFirstLastPara="1" wrap="square" lIns="19050" tIns="19050" rIns="19050" bIns="19050" anchor="ctr" anchorCtr="0">
            <a:noAutofit/>
          </a:bodyPr>
          <a:lstStyle>
            <a:lvl1pPr lvl="0" rtl="0">
              <a:spcBef>
                <a:spcPts val="0"/>
              </a:spcBef>
              <a:spcAft>
                <a:spcPts val="0"/>
              </a:spcAft>
              <a:buSzPts val="2300"/>
              <a:buNone/>
              <a:defRPr sz="2300"/>
            </a:lvl1pPr>
            <a:lvl2pPr lvl="1" rtl="0">
              <a:spcBef>
                <a:spcPts val="0"/>
              </a:spcBef>
              <a:spcAft>
                <a:spcPts val="0"/>
              </a:spcAft>
              <a:buSzPts val="2300"/>
              <a:buNone/>
              <a:defRPr sz="2300"/>
            </a:lvl2pPr>
            <a:lvl3pPr lvl="2" rtl="0">
              <a:spcBef>
                <a:spcPts val="0"/>
              </a:spcBef>
              <a:spcAft>
                <a:spcPts val="0"/>
              </a:spcAft>
              <a:buSzPts val="2300"/>
              <a:buNone/>
              <a:defRPr sz="2300"/>
            </a:lvl3pPr>
            <a:lvl4pPr lvl="3" rtl="0">
              <a:spcBef>
                <a:spcPts val="0"/>
              </a:spcBef>
              <a:spcAft>
                <a:spcPts val="0"/>
              </a:spcAft>
              <a:buSzPts val="2300"/>
              <a:buNone/>
              <a:defRPr sz="2300"/>
            </a:lvl4pPr>
            <a:lvl5pPr lvl="4" rtl="0">
              <a:spcBef>
                <a:spcPts val="0"/>
              </a:spcBef>
              <a:spcAft>
                <a:spcPts val="0"/>
              </a:spcAft>
              <a:buSzPts val="2300"/>
              <a:buNone/>
              <a:defRPr sz="2300"/>
            </a:lvl5pPr>
            <a:lvl6pPr lvl="5" rtl="0">
              <a:spcBef>
                <a:spcPts val="0"/>
              </a:spcBef>
              <a:spcAft>
                <a:spcPts val="0"/>
              </a:spcAft>
              <a:buSzPts val="2300"/>
              <a:buNone/>
              <a:defRPr sz="2300"/>
            </a:lvl6pPr>
            <a:lvl7pPr lvl="6" rtl="0">
              <a:spcBef>
                <a:spcPts val="0"/>
              </a:spcBef>
              <a:spcAft>
                <a:spcPts val="0"/>
              </a:spcAft>
              <a:buSzPts val="2300"/>
              <a:buNone/>
              <a:defRPr sz="2300"/>
            </a:lvl7pPr>
            <a:lvl8pPr lvl="7" rtl="0">
              <a:spcBef>
                <a:spcPts val="0"/>
              </a:spcBef>
              <a:spcAft>
                <a:spcPts val="0"/>
              </a:spcAft>
              <a:buSzPts val="2300"/>
              <a:buNone/>
              <a:defRPr sz="2300"/>
            </a:lvl8pPr>
            <a:lvl9pPr lvl="8" rtl="0">
              <a:spcBef>
                <a:spcPts val="0"/>
              </a:spcBef>
              <a:spcAft>
                <a:spcPts val="0"/>
              </a:spcAft>
              <a:buSzPts val="2300"/>
              <a:buNone/>
              <a:defRPr sz="2300"/>
            </a:lvl9pPr>
          </a:lstStyle>
          <a:p>
            <a:endParaRPr/>
          </a:p>
        </p:txBody>
      </p:sp>
      <p:sp>
        <p:nvSpPr>
          <p:cNvPr id="146" name="Google Shape;146;p33"/>
          <p:cNvSpPr txBox="1">
            <a:spLocks noGrp="1"/>
          </p:cNvSpPr>
          <p:nvPr>
            <p:ph type="body" idx="1"/>
          </p:nvPr>
        </p:nvSpPr>
        <p:spPr>
          <a:xfrm>
            <a:off x="616500" y="1536633"/>
            <a:ext cx="8215800" cy="4555200"/>
          </a:xfrm>
          <a:prstGeom prst="rect">
            <a:avLst/>
          </a:prstGeom>
        </p:spPr>
        <p:txBody>
          <a:bodyPr spcFirstLastPara="1" wrap="square" lIns="19050" tIns="19050" rIns="19050" bIns="19050" anchor="ctr" anchorCtr="0">
            <a:noAutofit/>
          </a:bodyPr>
          <a:lstStyle>
            <a:lvl1pPr marL="457200" lvl="0" indent="-317500" rtl="0">
              <a:spcBef>
                <a:spcPts val="2200"/>
              </a:spcBef>
              <a:spcAft>
                <a:spcPts val="0"/>
              </a:spcAft>
              <a:buSzPts val="1400"/>
              <a:buChar char="•"/>
              <a:defRPr/>
            </a:lvl1pPr>
            <a:lvl2pPr marL="914400" lvl="1" indent="-317500" rtl="0">
              <a:spcBef>
                <a:spcPts val="2200"/>
              </a:spcBef>
              <a:spcAft>
                <a:spcPts val="0"/>
              </a:spcAft>
              <a:buSzPts val="1400"/>
              <a:buChar char="•"/>
              <a:defRPr/>
            </a:lvl2pPr>
            <a:lvl3pPr marL="1371600" lvl="2" indent="-317500" rtl="0">
              <a:spcBef>
                <a:spcPts val="2200"/>
              </a:spcBef>
              <a:spcAft>
                <a:spcPts val="0"/>
              </a:spcAft>
              <a:buSzPts val="1400"/>
              <a:buChar char="•"/>
              <a:defRPr/>
            </a:lvl3pPr>
            <a:lvl4pPr marL="1828800" lvl="3" indent="-317500" rtl="0">
              <a:spcBef>
                <a:spcPts val="2200"/>
              </a:spcBef>
              <a:spcAft>
                <a:spcPts val="0"/>
              </a:spcAft>
              <a:buSzPts val="1400"/>
              <a:buChar char="•"/>
              <a:defRPr/>
            </a:lvl4pPr>
            <a:lvl5pPr marL="2286000" lvl="4" indent="-317500" rtl="0">
              <a:spcBef>
                <a:spcPts val="2200"/>
              </a:spcBef>
              <a:spcAft>
                <a:spcPts val="0"/>
              </a:spcAft>
              <a:buSzPts val="1400"/>
              <a:buChar char="•"/>
              <a:defRPr/>
            </a:lvl5pPr>
            <a:lvl6pPr marL="2743200" lvl="5" indent="-374650" rtl="0">
              <a:spcBef>
                <a:spcPts val="2200"/>
              </a:spcBef>
              <a:spcAft>
                <a:spcPts val="0"/>
              </a:spcAft>
              <a:buSzPts val="2300"/>
              <a:buChar char="•"/>
              <a:defRPr/>
            </a:lvl6pPr>
            <a:lvl7pPr marL="3200400" lvl="6" indent="-374650" rtl="0">
              <a:spcBef>
                <a:spcPts val="2200"/>
              </a:spcBef>
              <a:spcAft>
                <a:spcPts val="0"/>
              </a:spcAft>
              <a:buSzPts val="2300"/>
              <a:buChar char="•"/>
              <a:defRPr/>
            </a:lvl7pPr>
            <a:lvl8pPr marL="3657600" lvl="7" indent="-374650" rtl="0">
              <a:spcBef>
                <a:spcPts val="2200"/>
              </a:spcBef>
              <a:spcAft>
                <a:spcPts val="0"/>
              </a:spcAft>
              <a:buSzPts val="2300"/>
              <a:buChar char="•"/>
              <a:defRPr/>
            </a:lvl8pPr>
            <a:lvl9pPr marL="4114800" lvl="8" indent="-374650" rtl="0">
              <a:spcBef>
                <a:spcPts val="2200"/>
              </a:spcBef>
              <a:spcAft>
                <a:spcPts val="0"/>
              </a:spcAft>
              <a:buSzPts val="2300"/>
              <a:buChar char="•"/>
              <a:defRPr/>
            </a:lvl9pPr>
          </a:lstStyle>
          <a:p>
            <a:endParaRPr/>
          </a:p>
        </p:txBody>
      </p:sp>
      <p:sp>
        <p:nvSpPr>
          <p:cNvPr id="147" name="Google Shape;147;p33"/>
          <p:cNvSpPr txBox="1">
            <a:spLocks noGrp="1"/>
          </p:cNvSpPr>
          <p:nvPr>
            <p:ph type="sldNum" idx="12"/>
          </p:nvPr>
        </p:nvSpPr>
        <p:spPr>
          <a:xfrm>
            <a:off x="8472459" y="6217623"/>
            <a:ext cx="548700" cy="5248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cxnSp>
        <p:nvCxnSpPr>
          <p:cNvPr id="148" name="Google Shape;148;p33"/>
          <p:cNvCxnSpPr/>
          <p:nvPr/>
        </p:nvCxnSpPr>
        <p:spPr>
          <a:xfrm rot="10800000" flipH="1">
            <a:off x="672993" y="1525263"/>
            <a:ext cx="765300" cy="4400"/>
          </a:xfrm>
          <a:prstGeom prst="straightConnector1">
            <a:avLst/>
          </a:prstGeom>
          <a:noFill/>
          <a:ln w="19050" cap="flat" cmpd="sng">
            <a:solidFill>
              <a:srgbClr val="DDAC52"/>
            </a:solidFill>
            <a:prstDash val="solid"/>
            <a:miter lim="400000"/>
            <a:headEnd type="none" w="sm" len="sm"/>
            <a:tailEnd type="none" w="sm" len="sm"/>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5—Content 5">
  <p:cSld name="TITLE_31">
    <p:spTree>
      <p:nvGrpSpPr>
        <p:cNvPr id="1" name="Shape 149"/>
        <p:cNvGrpSpPr/>
        <p:nvPr/>
      </p:nvGrpSpPr>
      <p:grpSpPr>
        <a:xfrm>
          <a:off x="0" y="0"/>
          <a:ext cx="0" cy="0"/>
          <a:chOff x="0" y="0"/>
          <a:chExt cx="0" cy="0"/>
        </a:xfrm>
      </p:grpSpPr>
      <p:sp>
        <p:nvSpPr>
          <p:cNvPr id="150" name="Google Shape;150;p34"/>
          <p:cNvSpPr txBox="1">
            <a:spLocks noGrp="1"/>
          </p:cNvSpPr>
          <p:nvPr>
            <p:ph type="title"/>
          </p:nvPr>
        </p:nvSpPr>
        <p:spPr>
          <a:xfrm>
            <a:off x="666751" y="1149351"/>
            <a:ext cx="7810500" cy="261610"/>
          </a:xfrm>
          <a:prstGeom prst="rect">
            <a:avLst/>
          </a:prstGeom>
          <a:noFill/>
          <a:ln>
            <a:noFill/>
          </a:ln>
        </p:spPr>
        <p:txBody>
          <a:bodyPr spcFirstLastPara="1" wrap="square" lIns="0" tIns="0" rIns="0" bIns="0" anchor="t" anchorCtr="0">
            <a:spAutoFit/>
          </a:bodyPr>
          <a:lstStyle>
            <a:lvl1pPr lvl="0" algn="ctr" rtl="0">
              <a:lnSpc>
                <a:spcPct val="100000"/>
              </a:lnSpc>
              <a:spcBef>
                <a:spcPts val="0"/>
              </a:spcBef>
              <a:spcAft>
                <a:spcPts val="0"/>
              </a:spcAft>
              <a:buClr>
                <a:srgbClr val="FFFFFF"/>
              </a:buClr>
              <a:buSzPts val="1700"/>
              <a:buFont typeface="Muli"/>
              <a:buNone/>
              <a:defRPr sz="1700" b="1">
                <a:latin typeface="Muli"/>
                <a:ea typeface="Muli"/>
                <a:cs typeface="Muli"/>
                <a:sym typeface="Muli"/>
              </a:defRPr>
            </a:lvl1pPr>
            <a:lvl2pPr lvl="1" algn="ctr" rtl="0">
              <a:lnSpc>
                <a:spcPct val="100000"/>
              </a:lnSpc>
              <a:spcBef>
                <a:spcPts val="0"/>
              </a:spcBef>
              <a:spcAft>
                <a:spcPts val="0"/>
              </a:spcAft>
              <a:buClr>
                <a:srgbClr val="FFFFFF"/>
              </a:buClr>
              <a:buSzPts val="1700"/>
              <a:buFont typeface="Muli"/>
              <a:buNone/>
              <a:defRPr sz="1700">
                <a:latin typeface="Muli"/>
                <a:ea typeface="Muli"/>
                <a:cs typeface="Muli"/>
                <a:sym typeface="Muli"/>
              </a:defRPr>
            </a:lvl2pPr>
            <a:lvl3pPr lvl="2" algn="ctr" rtl="0">
              <a:lnSpc>
                <a:spcPct val="100000"/>
              </a:lnSpc>
              <a:spcBef>
                <a:spcPts val="0"/>
              </a:spcBef>
              <a:spcAft>
                <a:spcPts val="0"/>
              </a:spcAft>
              <a:buClr>
                <a:srgbClr val="FFFFFF"/>
              </a:buClr>
              <a:buSzPts val="1700"/>
              <a:buFont typeface="Muli"/>
              <a:buNone/>
              <a:defRPr sz="1700">
                <a:latin typeface="Muli"/>
                <a:ea typeface="Muli"/>
                <a:cs typeface="Muli"/>
                <a:sym typeface="Muli"/>
              </a:defRPr>
            </a:lvl3pPr>
            <a:lvl4pPr lvl="3" algn="ctr" rtl="0">
              <a:lnSpc>
                <a:spcPct val="100000"/>
              </a:lnSpc>
              <a:spcBef>
                <a:spcPts val="0"/>
              </a:spcBef>
              <a:spcAft>
                <a:spcPts val="0"/>
              </a:spcAft>
              <a:buClr>
                <a:srgbClr val="FFFFFF"/>
              </a:buClr>
              <a:buSzPts val="1700"/>
              <a:buFont typeface="Muli"/>
              <a:buNone/>
              <a:defRPr sz="1700">
                <a:latin typeface="Muli"/>
                <a:ea typeface="Muli"/>
                <a:cs typeface="Muli"/>
                <a:sym typeface="Muli"/>
              </a:defRPr>
            </a:lvl4pPr>
            <a:lvl5pPr lvl="4" algn="ctr" rtl="0">
              <a:lnSpc>
                <a:spcPct val="100000"/>
              </a:lnSpc>
              <a:spcBef>
                <a:spcPts val="0"/>
              </a:spcBef>
              <a:spcAft>
                <a:spcPts val="0"/>
              </a:spcAft>
              <a:buClr>
                <a:srgbClr val="FFFFFF"/>
              </a:buClr>
              <a:buSzPts val="1700"/>
              <a:buFont typeface="Muli"/>
              <a:buNone/>
              <a:defRPr sz="1700">
                <a:latin typeface="Muli"/>
                <a:ea typeface="Muli"/>
                <a:cs typeface="Muli"/>
                <a:sym typeface="Muli"/>
              </a:defRPr>
            </a:lvl5pPr>
            <a:lvl6pPr lvl="5" algn="ctr" rtl="0">
              <a:lnSpc>
                <a:spcPct val="100000"/>
              </a:lnSpc>
              <a:spcBef>
                <a:spcPts val="0"/>
              </a:spcBef>
              <a:spcAft>
                <a:spcPts val="0"/>
              </a:spcAft>
              <a:buClr>
                <a:srgbClr val="FFFFFF"/>
              </a:buClr>
              <a:buSzPts val="1700"/>
              <a:buFont typeface="Muli"/>
              <a:buNone/>
              <a:defRPr sz="1700">
                <a:latin typeface="Muli"/>
                <a:ea typeface="Muli"/>
                <a:cs typeface="Muli"/>
                <a:sym typeface="Muli"/>
              </a:defRPr>
            </a:lvl6pPr>
            <a:lvl7pPr lvl="6" algn="ctr" rtl="0">
              <a:lnSpc>
                <a:spcPct val="100000"/>
              </a:lnSpc>
              <a:spcBef>
                <a:spcPts val="0"/>
              </a:spcBef>
              <a:spcAft>
                <a:spcPts val="0"/>
              </a:spcAft>
              <a:buClr>
                <a:srgbClr val="FFFFFF"/>
              </a:buClr>
              <a:buSzPts val="1700"/>
              <a:buFont typeface="Muli"/>
              <a:buNone/>
              <a:defRPr sz="1700">
                <a:latin typeface="Muli"/>
                <a:ea typeface="Muli"/>
                <a:cs typeface="Muli"/>
                <a:sym typeface="Muli"/>
              </a:defRPr>
            </a:lvl7pPr>
            <a:lvl8pPr lvl="7" algn="ctr" rtl="0">
              <a:lnSpc>
                <a:spcPct val="100000"/>
              </a:lnSpc>
              <a:spcBef>
                <a:spcPts val="0"/>
              </a:spcBef>
              <a:spcAft>
                <a:spcPts val="0"/>
              </a:spcAft>
              <a:buClr>
                <a:srgbClr val="FFFFFF"/>
              </a:buClr>
              <a:buSzPts val="1700"/>
              <a:buFont typeface="Muli"/>
              <a:buNone/>
              <a:defRPr sz="1700">
                <a:latin typeface="Muli"/>
                <a:ea typeface="Muli"/>
                <a:cs typeface="Muli"/>
                <a:sym typeface="Muli"/>
              </a:defRPr>
            </a:lvl8pPr>
            <a:lvl9pPr lvl="8" algn="ctr" rtl="0">
              <a:lnSpc>
                <a:spcPct val="100000"/>
              </a:lnSpc>
              <a:spcBef>
                <a:spcPts val="0"/>
              </a:spcBef>
              <a:spcAft>
                <a:spcPts val="0"/>
              </a:spcAft>
              <a:buClr>
                <a:srgbClr val="FFFFFF"/>
              </a:buClr>
              <a:buSzPts val="1700"/>
              <a:buFont typeface="Muli"/>
              <a:buNone/>
              <a:defRPr sz="1700">
                <a:latin typeface="Muli"/>
                <a:ea typeface="Muli"/>
                <a:cs typeface="Muli"/>
                <a:sym typeface="Muli"/>
              </a:defRPr>
            </a:lvl9pPr>
          </a:lstStyle>
          <a:p>
            <a:endParaRPr/>
          </a:p>
        </p:txBody>
      </p:sp>
      <p:sp>
        <p:nvSpPr>
          <p:cNvPr id="151" name="Google Shape;151;p34"/>
          <p:cNvSpPr txBox="1">
            <a:spLocks noGrp="1"/>
          </p:cNvSpPr>
          <p:nvPr>
            <p:ph type="body" idx="1"/>
          </p:nvPr>
        </p:nvSpPr>
        <p:spPr>
          <a:xfrm>
            <a:off x="666751" y="3536951"/>
            <a:ext cx="7810500" cy="793600"/>
          </a:xfrm>
          <a:prstGeom prst="rect">
            <a:avLst/>
          </a:prstGeom>
          <a:noFill/>
          <a:ln>
            <a:noFill/>
          </a:ln>
        </p:spPr>
        <p:txBody>
          <a:bodyPr spcFirstLastPara="1" wrap="square" lIns="19050" tIns="19050" rIns="19050" bIns="19050" anchor="t" anchorCtr="0">
            <a:noAutofit/>
          </a:bodyPr>
          <a:lstStyle>
            <a:lvl1pPr marL="457200" lvl="0" indent="-228600" algn="ctr" rtl="0">
              <a:lnSpc>
                <a:spcPct val="100000"/>
              </a:lnSpc>
              <a:spcBef>
                <a:spcPts val="0"/>
              </a:spcBef>
              <a:spcAft>
                <a:spcPts val="0"/>
              </a:spcAft>
              <a:buClr>
                <a:srgbClr val="FFFFFF"/>
              </a:buClr>
              <a:buSzPts val="2000"/>
              <a:buFont typeface="Arial"/>
              <a:buNone/>
              <a:defRPr sz="2000"/>
            </a:lvl1pPr>
            <a:lvl2pPr marL="914400" lvl="1" indent="-228600" algn="ctr" rtl="0">
              <a:lnSpc>
                <a:spcPct val="100000"/>
              </a:lnSpc>
              <a:spcBef>
                <a:spcPts val="0"/>
              </a:spcBef>
              <a:spcAft>
                <a:spcPts val="0"/>
              </a:spcAft>
              <a:buClr>
                <a:srgbClr val="FFFFFF"/>
              </a:buClr>
              <a:buSzPts val="2000"/>
              <a:buFont typeface="Arial"/>
              <a:buNone/>
              <a:defRPr sz="2000"/>
            </a:lvl2pPr>
            <a:lvl3pPr marL="1371600" lvl="2" indent="-228600" algn="ctr" rtl="0">
              <a:lnSpc>
                <a:spcPct val="100000"/>
              </a:lnSpc>
              <a:spcBef>
                <a:spcPts val="0"/>
              </a:spcBef>
              <a:spcAft>
                <a:spcPts val="0"/>
              </a:spcAft>
              <a:buClr>
                <a:srgbClr val="FFFFFF"/>
              </a:buClr>
              <a:buSzPts val="2000"/>
              <a:buFont typeface="Arial"/>
              <a:buNone/>
              <a:defRPr sz="2000"/>
            </a:lvl3pPr>
            <a:lvl4pPr marL="1828800" lvl="3" indent="-228600" algn="ctr" rtl="0">
              <a:lnSpc>
                <a:spcPct val="100000"/>
              </a:lnSpc>
              <a:spcBef>
                <a:spcPts val="0"/>
              </a:spcBef>
              <a:spcAft>
                <a:spcPts val="0"/>
              </a:spcAft>
              <a:buClr>
                <a:srgbClr val="FFFFFF"/>
              </a:buClr>
              <a:buSzPts val="2000"/>
              <a:buFont typeface="Arial"/>
              <a:buNone/>
              <a:defRPr sz="2000"/>
            </a:lvl4pPr>
            <a:lvl5pPr marL="2286000" lvl="4" indent="-228600" algn="ctr" rtl="0">
              <a:lnSpc>
                <a:spcPct val="100000"/>
              </a:lnSpc>
              <a:spcBef>
                <a:spcPts val="0"/>
              </a:spcBef>
              <a:spcAft>
                <a:spcPts val="0"/>
              </a:spcAft>
              <a:buClr>
                <a:srgbClr val="FFFFFF"/>
              </a:buClr>
              <a:buSzPts val="2000"/>
              <a:buFont typeface="Arial"/>
              <a:buNone/>
              <a:defRPr sz="2000"/>
            </a:lvl5pPr>
            <a:lvl6pPr marL="2743200" lvl="5" indent="-279400" algn="l" rtl="0">
              <a:lnSpc>
                <a:spcPct val="100000"/>
              </a:lnSpc>
              <a:spcBef>
                <a:spcPts val="2200"/>
              </a:spcBef>
              <a:spcAft>
                <a:spcPts val="0"/>
              </a:spcAft>
              <a:buClr>
                <a:srgbClr val="FFFFFF"/>
              </a:buClr>
              <a:buSzPts val="800"/>
              <a:buChar char="•"/>
              <a:defRPr/>
            </a:lvl6pPr>
            <a:lvl7pPr marL="3200400" lvl="6" indent="-279400" algn="l" rtl="0">
              <a:lnSpc>
                <a:spcPct val="100000"/>
              </a:lnSpc>
              <a:spcBef>
                <a:spcPts val="2200"/>
              </a:spcBef>
              <a:spcAft>
                <a:spcPts val="0"/>
              </a:spcAft>
              <a:buClr>
                <a:srgbClr val="FFFFFF"/>
              </a:buClr>
              <a:buSzPts val="800"/>
              <a:buChar char="•"/>
              <a:defRPr/>
            </a:lvl7pPr>
            <a:lvl8pPr marL="3657600" lvl="7" indent="-279400" algn="l" rtl="0">
              <a:lnSpc>
                <a:spcPct val="100000"/>
              </a:lnSpc>
              <a:spcBef>
                <a:spcPts val="2200"/>
              </a:spcBef>
              <a:spcAft>
                <a:spcPts val="0"/>
              </a:spcAft>
              <a:buClr>
                <a:srgbClr val="FFFFFF"/>
              </a:buClr>
              <a:buSzPts val="800"/>
              <a:buChar char="•"/>
              <a:defRPr/>
            </a:lvl8pPr>
            <a:lvl9pPr marL="4114800" lvl="8" indent="-279400" algn="l" rtl="0">
              <a:lnSpc>
                <a:spcPct val="100000"/>
              </a:lnSpc>
              <a:spcBef>
                <a:spcPts val="2200"/>
              </a:spcBef>
              <a:spcAft>
                <a:spcPts val="0"/>
              </a:spcAft>
              <a:buClr>
                <a:srgbClr val="FFFFFF"/>
              </a:buClr>
              <a:buSzPts val="800"/>
              <a:buChar char="•"/>
              <a:defRPr/>
            </a:lvl9pPr>
          </a:lstStyle>
          <a:p>
            <a:endParaRPr/>
          </a:p>
        </p:txBody>
      </p:sp>
      <p:sp>
        <p:nvSpPr>
          <p:cNvPr id="152" name="Google Shape;152;p34"/>
          <p:cNvSpPr txBox="1">
            <a:spLocks noGrp="1"/>
          </p:cNvSpPr>
          <p:nvPr>
            <p:ph type="sldNum" idx="12"/>
          </p:nvPr>
        </p:nvSpPr>
        <p:spPr>
          <a:xfrm>
            <a:off x="8689069" y="6495555"/>
            <a:ext cx="212400" cy="92333"/>
          </a:xfrm>
          <a:prstGeom prst="rect">
            <a:avLst/>
          </a:prstGeom>
          <a:noFill/>
          <a:ln>
            <a:noFill/>
          </a:ln>
        </p:spPr>
        <p:txBody>
          <a:bodyPr spcFirstLastPara="1" wrap="square" lIns="0" tIns="0" rIns="0" bIns="0" anchor="t" anchorCtr="0">
            <a:spAutoFit/>
          </a:bodyPr>
          <a:lstStyle>
            <a:lvl1pPr lvl="0" algn="ctr" rtl="0">
              <a:buNone/>
              <a:defRPr sz="600">
                <a:solidFill>
                  <a:srgbClr val="6C6C6C"/>
                </a:solidFill>
                <a:latin typeface="Roboto Mono"/>
                <a:ea typeface="Roboto Mono"/>
                <a:cs typeface="Roboto Mono"/>
                <a:sym typeface="Roboto Mono"/>
              </a:defRPr>
            </a:lvl1pPr>
            <a:lvl2pPr lvl="1" algn="ctr" rtl="0">
              <a:buNone/>
              <a:defRPr sz="600">
                <a:solidFill>
                  <a:srgbClr val="6C6C6C"/>
                </a:solidFill>
                <a:latin typeface="Roboto Mono"/>
                <a:ea typeface="Roboto Mono"/>
                <a:cs typeface="Roboto Mono"/>
                <a:sym typeface="Roboto Mono"/>
              </a:defRPr>
            </a:lvl2pPr>
            <a:lvl3pPr lvl="2" algn="ctr" rtl="0">
              <a:buNone/>
              <a:defRPr sz="600">
                <a:solidFill>
                  <a:srgbClr val="6C6C6C"/>
                </a:solidFill>
                <a:latin typeface="Roboto Mono"/>
                <a:ea typeface="Roboto Mono"/>
                <a:cs typeface="Roboto Mono"/>
                <a:sym typeface="Roboto Mono"/>
              </a:defRPr>
            </a:lvl3pPr>
            <a:lvl4pPr lvl="3" algn="ctr" rtl="0">
              <a:buNone/>
              <a:defRPr sz="600">
                <a:solidFill>
                  <a:srgbClr val="6C6C6C"/>
                </a:solidFill>
                <a:latin typeface="Roboto Mono"/>
                <a:ea typeface="Roboto Mono"/>
                <a:cs typeface="Roboto Mono"/>
                <a:sym typeface="Roboto Mono"/>
              </a:defRPr>
            </a:lvl4pPr>
            <a:lvl5pPr lvl="4" algn="ctr" rtl="0">
              <a:buNone/>
              <a:defRPr sz="600">
                <a:solidFill>
                  <a:srgbClr val="6C6C6C"/>
                </a:solidFill>
                <a:latin typeface="Roboto Mono"/>
                <a:ea typeface="Roboto Mono"/>
                <a:cs typeface="Roboto Mono"/>
                <a:sym typeface="Roboto Mono"/>
              </a:defRPr>
            </a:lvl5pPr>
            <a:lvl6pPr lvl="5" algn="ctr" rtl="0">
              <a:buNone/>
              <a:defRPr sz="600">
                <a:solidFill>
                  <a:srgbClr val="6C6C6C"/>
                </a:solidFill>
                <a:latin typeface="Roboto Mono"/>
                <a:ea typeface="Roboto Mono"/>
                <a:cs typeface="Roboto Mono"/>
                <a:sym typeface="Roboto Mono"/>
              </a:defRPr>
            </a:lvl6pPr>
            <a:lvl7pPr lvl="6" algn="ctr" rtl="0">
              <a:buNone/>
              <a:defRPr sz="600">
                <a:solidFill>
                  <a:srgbClr val="6C6C6C"/>
                </a:solidFill>
                <a:latin typeface="Roboto Mono"/>
                <a:ea typeface="Roboto Mono"/>
                <a:cs typeface="Roboto Mono"/>
                <a:sym typeface="Roboto Mono"/>
              </a:defRPr>
            </a:lvl7pPr>
            <a:lvl8pPr lvl="7" algn="ctr" rtl="0">
              <a:buNone/>
              <a:defRPr sz="600">
                <a:solidFill>
                  <a:srgbClr val="6C6C6C"/>
                </a:solidFill>
                <a:latin typeface="Roboto Mono"/>
                <a:ea typeface="Roboto Mono"/>
                <a:cs typeface="Roboto Mono"/>
                <a:sym typeface="Roboto Mono"/>
              </a:defRPr>
            </a:lvl8pPr>
            <a:lvl9pPr lvl="8" algn="ctr" rtl="0">
              <a:buNone/>
              <a:defRPr sz="600">
                <a:solidFill>
                  <a:srgbClr val="6C6C6C"/>
                </a:solidFill>
                <a:latin typeface="Roboto Mono"/>
                <a:ea typeface="Roboto Mono"/>
                <a:cs typeface="Roboto Mono"/>
                <a:sym typeface="Roboto Mono"/>
              </a:defRPr>
            </a:lvl9pPr>
          </a:lstStyle>
          <a:p>
            <a:fld id="{00000000-1234-1234-1234-123412341234}" type="slidenum">
              <a:rPr lang="en" smtClean="0"/>
              <a:pPr/>
              <a:t>‹#›</a:t>
            </a:fld>
            <a:endParaRPr lang="en"/>
          </a:p>
        </p:txBody>
      </p:sp>
      <p:pic>
        <p:nvPicPr>
          <p:cNvPr id="153" name="Google Shape;153;p34" descr="Image"/>
          <p:cNvPicPr preferRelativeResize="0"/>
          <p:nvPr/>
        </p:nvPicPr>
        <p:blipFill rotWithShape="1">
          <a:blip r:embed="rId2">
            <a:alphaModFix/>
          </a:blip>
          <a:srcRect/>
          <a:stretch/>
        </p:blipFill>
        <p:spPr>
          <a:xfrm>
            <a:off x="8689070" y="226497"/>
            <a:ext cx="212316" cy="148809"/>
          </a:xfrm>
          <a:prstGeom prst="rect">
            <a:avLst/>
          </a:prstGeom>
          <a:noFill/>
          <a:ln>
            <a:noFill/>
          </a:ln>
        </p:spPr>
      </p:pic>
      <p:sp>
        <p:nvSpPr>
          <p:cNvPr id="154" name="Google Shape;154;p34"/>
          <p:cNvSpPr txBox="1"/>
          <p:nvPr/>
        </p:nvSpPr>
        <p:spPr>
          <a:xfrm>
            <a:off x="666751" y="6507925"/>
            <a:ext cx="2021400" cy="98400"/>
          </a:xfrm>
          <a:prstGeom prst="rect">
            <a:avLst/>
          </a:prstGeom>
          <a:noFill/>
          <a:ln>
            <a:noFill/>
          </a:ln>
        </p:spPr>
        <p:txBody>
          <a:bodyPr spcFirstLastPara="1" wrap="square" lIns="0" tIns="0" rIns="0" bIns="0" anchor="t" anchorCtr="0">
            <a:noAutofit/>
          </a:bodyPr>
          <a:lstStyle/>
          <a:p>
            <a:pPr marL="0" lvl="0" indent="0" algn="l" rtl="0">
              <a:spcBef>
                <a:spcPts val="0"/>
              </a:spcBef>
              <a:spcAft>
                <a:spcPts val="0"/>
              </a:spcAft>
              <a:buClr>
                <a:srgbClr val="6C6C6C"/>
              </a:buClr>
              <a:buSzPts val="600"/>
              <a:buFont typeface="Helvetica Neue"/>
              <a:buNone/>
            </a:pPr>
            <a:r>
              <a:rPr lang="en" sz="600">
                <a:solidFill>
                  <a:srgbClr val="6C6C6C"/>
                </a:solidFill>
                <a:latin typeface="Roboto Mono"/>
                <a:ea typeface="Roboto Mono"/>
                <a:cs typeface="Roboto Mono"/>
                <a:sym typeface="Roboto Mono"/>
              </a:rPr>
              <a:t>Onboarding Workshop</a:t>
            </a:r>
            <a:endParaRPr sz="600">
              <a:solidFill>
                <a:srgbClr val="6C6C6C"/>
              </a:solidFill>
              <a:latin typeface="Roboto Mono"/>
              <a:ea typeface="Roboto Mono"/>
              <a:cs typeface="Roboto Mono"/>
              <a:sym typeface="Roboto Mono"/>
            </a:endParaRPr>
          </a:p>
          <a:p>
            <a:pPr marL="0" marR="0" lvl="0" indent="0" algn="l" rtl="0">
              <a:lnSpc>
                <a:spcPct val="100000"/>
              </a:lnSpc>
              <a:spcBef>
                <a:spcPts val="0"/>
              </a:spcBef>
              <a:spcAft>
                <a:spcPts val="0"/>
              </a:spcAft>
              <a:buClr>
                <a:srgbClr val="6C6C6C"/>
              </a:buClr>
              <a:buSzPts val="600"/>
              <a:buFont typeface="Helvetica Neue"/>
              <a:buNone/>
            </a:pPr>
            <a:endParaRPr sz="600">
              <a:solidFill>
                <a:srgbClr val="6C6C6C"/>
              </a:solidFill>
              <a:latin typeface="Roboto Mono"/>
              <a:ea typeface="Roboto Mono"/>
              <a:cs typeface="Roboto Mono"/>
              <a:sym typeface="Roboto Mono"/>
            </a:endParaRPr>
          </a:p>
        </p:txBody>
      </p:sp>
      <p:sp>
        <p:nvSpPr>
          <p:cNvPr id="155" name="Google Shape;155;p34"/>
          <p:cNvSpPr/>
          <p:nvPr/>
        </p:nvSpPr>
        <p:spPr>
          <a:xfrm>
            <a:off x="0" y="0"/>
            <a:ext cx="44400" cy="6858000"/>
          </a:xfrm>
          <a:prstGeom prst="rect">
            <a:avLst/>
          </a:prstGeom>
          <a:gradFill>
            <a:gsLst>
              <a:gs pos="0">
                <a:srgbClr val="FF1841"/>
              </a:gs>
              <a:gs pos="100000">
                <a:srgbClr val="FF6E4F"/>
              </a:gs>
            </a:gsLst>
            <a:lin ang="5400012" scaled="0"/>
          </a:gradFill>
          <a:ln>
            <a:noFill/>
          </a:ln>
        </p:spPr>
        <p:txBody>
          <a:bodyPr spcFirstLastPara="1" wrap="square" lIns="19050" tIns="19050" rIns="19050" bIns="19050" anchor="ctr" anchorCtr="0">
            <a:noAutofit/>
          </a:bodyPr>
          <a:lstStyle/>
          <a:p>
            <a:pPr marL="0" marR="0" lvl="0" indent="0" algn="ctr" rtl="0">
              <a:lnSpc>
                <a:spcPct val="100000"/>
              </a:lnSpc>
              <a:spcBef>
                <a:spcPts val="0"/>
              </a:spcBef>
              <a:spcAft>
                <a:spcPts val="0"/>
              </a:spcAft>
              <a:buClr>
                <a:schemeClr val="accent5"/>
              </a:buClr>
              <a:buSzPts val="1200"/>
              <a:buFont typeface="Helvetica Neue"/>
              <a:buNone/>
            </a:pPr>
            <a:endParaRPr sz="1200" b="0" i="0" u="none" strike="noStrike" cap="none">
              <a:solidFill>
                <a:schemeClr val="accent5"/>
              </a:solidFill>
              <a:latin typeface="Helvetica Neue"/>
              <a:ea typeface="Helvetica Neue"/>
              <a:cs typeface="Helvetica Neue"/>
              <a:sym typeface="Helvetica Neue"/>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3–Statement 2">
  <p:cSld name="CUSTOM_1_2">
    <p:spTree>
      <p:nvGrpSpPr>
        <p:cNvPr id="1" name="Shape 156"/>
        <p:cNvGrpSpPr/>
        <p:nvPr/>
      </p:nvGrpSpPr>
      <p:grpSpPr>
        <a:xfrm>
          <a:off x="0" y="0"/>
          <a:ext cx="0" cy="0"/>
          <a:chOff x="0" y="0"/>
          <a:chExt cx="0" cy="0"/>
        </a:xfrm>
      </p:grpSpPr>
      <p:sp>
        <p:nvSpPr>
          <p:cNvPr id="157" name="Google Shape;157;p35"/>
          <p:cNvSpPr/>
          <p:nvPr/>
        </p:nvSpPr>
        <p:spPr>
          <a:xfrm>
            <a:off x="-46632" y="-60825"/>
            <a:ext cx="9211200" cy="6979600"/>
          </a:xfrm>
          <a:prstGeom prst="rect">
            <a:avLst/>
          </a:prstGeom>
          <a:gradFill>
            <a:gsLst>
              <a:gs pos="0">
                <a:srgbClr val="FF1841"/>
              </a:gs>
              <a:gs pos="100000">
                <a:srgbClr val="FF6E4F"/>
              </a:gs>
            </a:gsLst>
            <a:lin ang="10474814" scaled="0"/>
          </a:gradFill>
          <a:ln w="9525" cap="flat" cmpd="sng">
            <a:solidFill>
              <a:schemeClr val="dk2"/>
            </a:solidFill>
            <a:prstDash val="solid"/>
            <a:round/>
            <a:headEnd type="none" w="sm" len="sm"/>
            <a:tailEnd type="none" w="sm" len="sm"/>
          </a:ln>
        </p:spPr>
        <p:txBody>
          <a:bodyPr spcFirstLastPara="1" wrap="square" lIns="34275" tIns="34275" rIns="34275" bIns="34275" anchor="ctr" anchorCtr="0">
            <a:noAutofit/>
          </a:bodyPr>
          <a:lstStyle/>
          <a:p>
            <a:pPr marL="0" lvl="0" indent="0" algn="l" rtl="0">
              <a:spcBef>
                <a:spcPts val="0"/>
              </a:spcBef>
              <a:spcAft>
                <a:spcPts val="0"/>
              </a:spcAft>
              <a:buNone/>
            </a:pPr>
            <a:endParaRPr sz="1400"/>
          </a:p>
        </p:txBody>
      </p:sp>
      <p:sp>
        <p:nvSpPr>
          <p:cNvPr id="158" name="Google Shape;158;p35"/>
          <p:cNvSpPr txBox="1">
            <a:spLocks noGrp="1"/>
          </p:cNvSpPr>
          <p:nvPr>
            <p:ph type="title"/>
          </p:nvPr>
        </p:nvSpPr>
        <p:spPr>
          <a:xfrm>
            <a:off x="633431" y="2857500"/>
            <a:ext cx="7877100" cy="1143200"/>
          </a:xfrm>
          <a:prstGeom prst="rect">
            <a:avLst/>
          </a:prstGeom>
        </p:spPr>
        <p:txBody>
          <a:bodyPr spcFirstLastPara="1" wrap="square" lIns="0" tIns="0" rIns="0" bIns="0" anchor="ctr" anchorCtr="0">
            <a:noAutofit/>
          </a:bodyPr>
          <a:lstStyle>
            <a:lvl1pPr lvl="0" algn="ctr" rtl="0">
              <a:spcBef>
                <a:spcPts val="0"/>
              </a:spcBef>
              <a:spcAft>
                <a:spcPts val="0"/>
              </a:spcAft>
              <a:buClr>
                <a:schemeClr val="lt1"/>
              </a:buClr>
              <a:buSzPts val="4200"/>
              <a:buNone/>
              <a:defRPr sz="4200">
                <a:solidFill>
                  <a:schemeClr val="lt1"/>
                </a:solidFill>
              </a:defRPr>
            </a:lvl1pPr>
            <a:lvl2pPr lvl="1" algn="ctr" rtl="0">
              <a:spcBef>
                <a:spcPts val="0"/>
              </a:spcBef>
              <a:spcAft>
                <a:spcPts val="0"/>
              </a:spcAft>
              <a:buClr>
                <a:schemeClr val="lt1"/>
              </a:buClr>
              <a:buSzPts val="4200"/>
              <a:buNone/>
              <a:defRPr sz="4200">
                <a:solidFill>
                  <a:schemeClr val="lt1"/>
                </a:solidFill>
              </a:defRPr>
            </a:lvl2pPr>
            <a:lvl3pPr lvl="2" algn="ctr" rtl="0">
              <a:spcBef>
                <a:spcPts val="0"/>
              </a:spcBef>
              <a:spcAft>
                <a:spcPts val="0"/>
              </a:spcAft>
              <a:buClr>
                <a:schemeClr val="lt1"/>
              </a:buClr>
              <a:buSzPts val="4200"/>
              <a:buNone/>
              <a:defRPr sz="4200">
                <a:solidFill>
                  <a:schemeClr val="lt1"/>
                </a:solidFill>
              </a:defRPr>
            </a:lvl3pPr>
            <a:lvl4pPr lvl="3" algn="ctr" rtl="0">
              <a:spcBef>
                <a:spcPts val="0"/>
              </a:spcBef>
              <a:spcAft>
                <a:spcPts val="0"/>
              </a:spcAft>
              <a:buClr>
                <a:schemeClr val="lt1"/>
              </a:buClr>
              <a:buSzPts val="4200"/>
              <a:buNone/>
              <a:defRPr sz="4200">
                <a:solidFill>
                  <a:schemeClr val="lt1"/>
                </a:solidFill>
              </a:defRPr>
            </a:lvl4pPr>
            <a:lvl5pPr lvl="4" algn="ctr" rtl="0">
              <a:spcBef>
                <a:spcPts val="0"/>
              </a:spcBef>
              <a:spcAft>
                <a:spcPts val="0"/>
              </a:spcAft>
              <a:buClr>
                <a:schemeClr val="lt1"/>
              </a:buClr>
              <a:buSzPts val="4200"/>
              <a:buNone/>
              <a:defRPr sz="4200">
                <a:solidFill>
                  <a:schemeClr val="lt1"/>
                </a:solidFill>
              </a:defRPr>
            </a:lvl5pPr>
            <a:lvl6pPr lvl="5" algn="ctr" rtl="0">
              <a:spcBef>
                <a:spcPts val="0"/>
              </a:spcBef>
              <a:spcAft>
                <a:spcPts val="0"/>
              </a:spcAft>
              <a:buClr>
                <a:schemeClr val="lt1"/>
              </a:buClr>
              <a:buSzPts val="4200"/>
              <a:buNone/>
              <a:defRPr sz="4200">
                <a:solidFill>
                  <a:schemeClr val="lt1"/>
                </a:solidFill>
              </a:defRPr>
            </a:lvl6pPr>
            <a:lvl7pPr lvl="6" algn="ctr" rtl="0">
              <a:spcBef>
                <a:spcPts val="0"/>
              </a:spcBef>
              <a:spcAft>
                <a:spcPts val="0"/>
              </a:spcAft>
              <a:buClr>
                <a:schemeClr val="lt1"/>
              </a:buClr>
              <a:buSzPts val="4200"/>
              <a:buNone/>
              <a:defRPr sz="4200">
                <a:solidFill>
                  <a:schemeClr val="lt1"/>
                </a:solidFill>
              </a:defRPr>
            </a:lvl7pPr>
            <a:lvl8pPr lvl="7" algn="ctr" rtl="0">
              <a:spcBef>
                <a:spcPts val="0"/>
              </a:spcBef>
              <a:spcAft>
                <a:spcPts val="0"/>
              </a:spcAft>
              <a:buClr>
                <a:schemeClr val="lt1"/>
              </a:buClr>
              <a:buSzPts val="4200"/>
              <a:buNone/>
              <a:defRPr sz="4200">
                <a:solidFill>
                  <a:schemeClr val="lt1"/>
                </a:solidFill>
              </a:defRPr>
            </a:lvl8pPr>
            <a:lvl9pPr lvl="8" algn="ctr" rtl="0">
              <a:spcBef>
                <a:spcPts val="0"/>
              </a:spcBef>
              <a:spcAft>
                <a:spcPts val="0"/>
              </a:spcAft>
              <a:buClr>
                <a:schemeClr val="lt1"/>
              </a:buClr>
              <a:buSzPts val="4200"/>
              <a:buNone/>
              <a:defRPr sz="4200">
                <a:solidFill>
                  <a:schemeClr val="lt1"/>
                </a:solidFill>
              </a:defRPr>
            </a:lvl9pPr>
          </a:lstStyle>
          <a:p>
            <a:endParaRPr/>
          </a:p>
        </p:txBody>
      </p:sp>
      <p:pic>
        <p:nvPicPr>
          <p:cNvPr id="159" name="Google Shape;159;p35" descr="Image"/>
          <p:cNvPicPr preferRelativeResize="0"/>
          <p:nvPr/>
        </p:nvPicPr>
        <p:blipFill rotWithShape="1">
          <a:blip r:embed="rId2">
            <a:alphaModFix/>
          </a:blip>
          <a:srcRect/>
          <a:stretch/>
        </p:blipFill>
        <p:spPr>
          <a:xfrm>
            <a:off x="8689075" y="226501"/>
            <a:ext cx="212303" cy="1488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7—Thank You">
  <p:cSld name="CUSTOM_3">
    <p:spTree>
      <p:nvGrpSpPr>
        <p:cNvPr id="1" name="Shape 164"/>
        <p:cNvGrpSpPr/>
        <p:nvPr/>
      </p:nvGrpSpPr>
      <p:grpSpPr>
        <a:xfrm>
          <a:off x="0" y="0"/>
          <a:ext cx="0" cy="0"/>
          <a:chOff x="0" y="0"/>
          <a:chExt cx="0" cy="0"/>
        </a:xfrm>
      </p:grpSpPr>
      <p:sp>
        <p:nvSpPr>
          <p:cNvPr id="165" name="Google Shape;165;p37"/>
          <p:cNvSpPr/>
          <p:nvPr/>
        </p:nvSpPr>
        <p:spPr>
          <a:xfrm>
            <a:off x="0" y="0"/>
            <a:ext cx="44400" cy="6858000"/>
          </a:xfrm>
          <a:prstGeom prst="rect">
            <a:avLst/>
          </a:prstGeom>
          <a:gradFill>
            <a:gsLst>
              <a:gs pos="0">
                <a:schemeClr val="accent2"/>
              </a:gs>
              <a:gs pos="100000">
                <a:schemeClr val="accent1"/>
              </a:gs>
            </a:gsLst>
            <a:lin ang="5400700" scaled="0"/>
          </a:gradFill>
          <a:ln>
            <a:noFill/>
          </a:ln>
        </p:spPr>
        <p:txBody>
          <a:bodyPr spcFirstLastPara="1" wrap="square" lIns="19050" tIns="19050" rIns="19050" bIns="19050" anchor="ctr" anchorCtr="0">
            <a:noAutofit/>
          </a:bodyPr>
          <a:lstStyle/>
          <a:p>
            <a:pPr marL="0" marR="0" lvl="0" indent="0" algn="ctr" rtl="0">
              <a:lnSpc>
                <a:spcPct val="100000"/>
              </a:lnSpc>
              <a:spcBef>
                <a:spcPts val="0"/>
              </a:spcBef>
              <a:spcAft>
                <a:spcPts val="0"/>
              </a:spcAft>
              <a:buClr>
                <a:schemeClr val="accent5"/>
              </a:buClr>
              <a:buSzPts val="1200"/>
              <a:buFont typeface="Helvetica Neue"/>
              <a:buNone/>
            </a:pPr>
            <a:endParaRPr sz="1200" b="0" i="0" u="none" strike="noStrike" cap="none">
              <a:solidFill>
                <a:schemeClr val="accent5"/>
              </a:solidFill>
              <a:latin typeface="Helvetica Neue"/>
              <a:ea typeface="Helvetica Neue"/>
              <a:cs typeface="Helvetica Neue"/>
              <a:sym typeface="Helvetica Neue"/>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Blank 2">
  <p:cSld name="TITLE_AND_BODY_2_1">
    <p:spTree>
      <p:nvGrpSpPr>
        <p:cNvPr id="1" name="Shape 166"/>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Blank 1">
  <p:cSld name="TITLE_AND_BODY_1_1">
    <p:spTree>
      <p:nvGrpSpPr>
        <p:cNvPr id="1" name="Shape 167"/>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Blank 3">
  <p:cSld name="TITLE_AND_BODY_3_1">
    <p:spTree>
      <p:nvGrpSpPr>
        <p:cNvPr id="1" name="Shape 168"/>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matchingName="TITLE_AND_BODY_5">
  <p:cSld name="TITLE_AND_BODY_5">
    <p:spTree>
      <p:nvGrpSpPr>
        <p:cNvPr id="1" name="Shape 169"/>
        <p:cNvGrpSpPr/>
        <p:nvPr/>
      </p:nvGrpSpPr>
      <p:grpSpPr>
        <a:xfrm>
          <a:off x="0" y="0"/>
          <a:ext cx="0" cy="0"/>
          <a:chOff x="0" y="0"/>
          <a:chExt cx="0" cy="0"/>
        </a:xfrm>
      </p:grpSpPr>
      <p:sp>
        <p:nvSpPr>
          <p:cNvPr id="170" name="Google Shape;170;p41"/>
          <p:cNvSpPr txBox="1">
            <a:spLocks noGrp="1"/>
          </p:cNvSpPr>
          <p:nvPr>
            <p:ph type="title"/>
          </p:nvPr>
        </p:nvSpPr>
        <p:spPr>
          <a:xfrm>
            <a:off x="311700" y="593367"/>
            <a:ext cx="8520600" cy="763600"/>
          </a:xfrm>
          <a:prstGeom prst="rect">
            <a:avLst/>
          </a:prstGeom>
        </p:spPr>
        <p:txBody>
          <a:bodyPr spcFirstLastPara="1" wrap="square" lIns="19050" tIns="19050" rIns="19050" bIns="19050" anchor="ctr" anchorCtr="0">
            <a:noAutofit/>
          </a:bodyPr>
          <a:lstStyle>
            <a:lvl1pPr lvl="0">
              <a:spcBef>
                <a:spcPts val="0"/>
              </a:spcBef>
              <a:spcAft>
                <a:spcPts val="0"/>
              </a:spcAft>
              <a:buSzPts val="2300"/>
              <a:buNone/>
              <a:defRPr/>
            </a:lvl1pPr>
            <a:lvl2pPr lvl="1">
              <a:spcBef>
                <a:spcPts val="0"/>
              </a:spcBef>
              <a:spcAft>
                <a:spcPts val="0"/>
              </a:spcAft>
              <a:buSzPts val="4500"/>
              <a:buNone/>
              <a:defRPr/>
            </a:lvl2pPr>
            <a:lvl3pPr lvl="2">
              <a:spcBef>
                <a:spcPts val="0"/>
              </a:spcBef>
              <a:spcAft>
                <a:spcPts val="0"/>
              </a:spcAft>
              <a:buSzPts val="4500"/>
              <a:buNone/>
              <a:defRPr/>
            </a:lvl3pPr>
            <a:lvl4pPr lvl="3">
              <a:spcBef>
                <a:spcPts val="0"/>
              </a:spcBef>
              <a:spcAft>
                <a:spcPts val="0"/>
              </a:spcAft>
              <a:buSzPts val="4500"/>
              <a:buNone/>
              <a:defRPr/>
            </a:lvl4pPr>
            <a:lvl5pPr lvl="4">
              <a:spcBef>
                <a:spcPts val="0"/>
              </a:spcBef>
              <a:spcAft>
                <a:spcPts val="0"/>
              </a:spcAft>
              <a:buSzPts val="4500"/>
              <a:buNone/>
              <a:defRPr/>
            </a:lvl5pPr>
            <a:lvl6pPr lvl="5">
              <a:spcBef>
                <a:spcPts val="0"/>
              </a:spcBef>
              <a:spcAft>
                <a:spcPts val="0"/>
              </a:spcAft>
              <a:buSzPts val="4500"/>
              <a:buNone/>
              <a:defRPr/>
            </a:lvl6pPr>
            <a:lvl7pPr lvl="6">
              <a:spcBef>
                <a:spcPts val="0"/>
              </a:spcBef>
              <a:spcAft>
                <a:spcPts val="0"/>
              </a:spcAft>
              <a:buSzPts val="4500"/>
              <a:buNone/>
              <a:defRPr/>
            </a:lvl7pPr>
            <a:lvl8pPr lvl="7">
              <a:spcBef>
                <a:spcPts val="0"/>
              </a:spcBef>
              <a:spcAft>
                <a:spcPts val="0"/>
              </a:spcAft>
              <a:buSzPts val="4500"/>
              <a:buNone/>
              <a:defRPr/>
            </a:lvl8pPr>
            <a:lvl9pPr lvl="8">
              <a:spcBef>
                <a:spcPts val="0"/>
              </a:spcBef>
              <a:spcAft>
                <a:spcPts val="0"/>
              </a:spcAft>
              <a:buSzPts val="4500"/>
              <a:buNone/>
              <a:defRPr/>
            </a:lvl9pPr>
          </a:lstStyle>
          <a:p>
            <a:endParaRPr/>
          </a:p>
        </p:txBody>
      </p:sp>
      <p:sp>
        <p:nvSpPr>
          <p:cNvPr id="171" name="Google Shape;171;p41"/>
          <p:cNvSpPr txBox="1">
            <a:spLocks noGrp="1"/>
          </p:cNvSpPr>
          <p:nvPr>
            <p:ph type="body" idx="1"/>
          </p:nvPr>
        </p:nvSpPr>
        <p:spPr>
          <a:xfrm>
            <a:off x="311700" y="1536633"/>
            <a:ext cx="8520600" cy="4555200"/>
          </a:xfrm>
          <a:prstGeom prst="rect">
            <a:avLst/>
          </a:prstGeom>
        </p:spPr>
        <p:txBody>
          <a:bodyPr spcFirstLastPara="1" wrap="square" lIns="19050" tIns="19050" rIns="19050" bIns="19050" anchor="ctr" anchorCtr="0">
            <a:noAutofit/>
          </a:bodyPr>
          <a:lstStyle>
            <a:lvl1pPr marL="457200" lvl="0" indent="-317500">
              <a:spcBef>
                <a:spcPts val="2200"/>
              </a:spcBef>
              <a:spcAft>
                <a:spcPts val="0"/>
              </a:spcAft>
              <a:buSzPts val="1400"/>
              <a:buChar char="•"/>
              <a:defRPr/>
            </a:lvl1pPr>
            <a:lvl2pPr marL="914400" lvl="1" indent="-317500">
              <a:spcBef>
                <a:spcPts val="2200"/>
              </a:spcBef>
              <a:spcAft>
                <a:spcPts val="0"/>
              </a:spcAft>
              <a:buSzPts val="1400"/>
              <a:buChar char="•"/>
              <a:defRPr/>
            </a:lvl2pPr>
            <a:lvl3pPr marL="1371600" lvl="2" indent="-317500">
              <a:spcBef>
                <a:spcPts val="2200"/>
              </a:spcBef>
              <a:spcAft>
                <a:spcPts val="0"/>
              </a:spcAft>
              <a:buSzPts val="1400"/>
              <a:buChar char="•"/>
              <a:defRPr/>
            </a:lvl3pPr>
            <a:lvl4pPr marL="1828800" lvl="3" indent="-317500">
              <a:spcBef>
                <a:spcPts val="2200"/>
              </a:spcBef>
              <a:spcAft>
                <a:spcPts val="0"/>
              </a:spcAft>
              <a:buSzPts val="1400"/>
              <a:buChar char="•"/>
              <a:defRPr/>
            </a:lvl4pPr>
            <a:lvl5pPr marL="2286000" lvl="4" indent="-317500">
              <a:spcBef>
                <a:spcPts val="2200"/>
              </a:spcBef>
              <a:spcAft>
                <a:spcPts val="0"/>
              </a:spcAft>
              <a:buSzPts val="1400"/>
              <a:buChar char="•"/>
              <a:defRPr/>
            </a:lvl5pPr>
            <a:lvl6pPr marL="2743200" lvl="5" indent="-374650">
              <a:spcBef>
                <a:spcPts val="2200"/>
              </a:spcBef>
              <a:spcAft>
                <a:spcPts val="0"/>
              </a:spcAft>
              <a:buSzPts val="2300"/>
              <a:buChar char="•"/>
              <a:defRPr/>
            </a:lvl6pPr>
            <a:lvl7pPr marL="3200400" lvl="6" indent="-374650">
              <a:spcBef>
                <a:spcPts val="2200"/>
              </a:spcBef>
              <a:spcAft>
                <a:spcPts val="0"/>
              </a:spcAft>
              <a:buSzPts val="2300"/>
              <a:buChar char="•"/>
              <a:defRPr/>
            </a:lvl7pPr>
            <a:lvl8pPr marL="3657600" lvl="7" indent="-374650">
              <a:spcBef>
                <a:spcPts val="2200"/>
              </a:spcBef>
              <a:spcAft>
                <a:spcPts val="0"/>
              </a:spcAft>
              <a:buSzPts val="2300"/>
              <a:buChar char="•"/>
              <a:defRPr/>
            </a:lvl8pPr>
            <a:lvl9pPr marL="4114800" lvl="8" indent="-374650">
              <a:spcBef>
                <a:spcPts val="2200"/>
              </a:spcBef>
              <a:spcAft>
                <a:spcPts val="0"/>
              </a:spcAft>
              <a:buSzPts val="2300"/>
              <a:buChar char="•"/>
              <a:defRPr/>
            </a:lvl9pPr>
          </a:lstStyle>
          <a:p>
            <a:endParaRPr/>
          </a:p>
        </p:txBody>
      </p:sp>
      <p:sp>
        <p:nvSpPr>
          <p:cNvPr id="172" name="Google Shape;172;p41"/>
          <p:cNvSpPr txBox="1">
            <a:spLocks noGrp="1"/>
          </p:cNvSpPr>
          <p:nvPr>
            <p:ph type="sldNum" idx="12"/>
          </p:nvPr>
        </p:nvSpPr>
        <p:spPr>
          <a:xfrm>
            <a:off x="8472459" y="6217623"/>
            <a:ext cx="548700" cy="524800"/>
          </a:xfrm>
          <a:prstGeom prst="rect">
            <a:avLst/>
          </a:prstGeom>
          <a:noFill/>
          <a:ln>
            <a:noFill/>
          </a:ln>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matchingName="38_Custom Layout 2">
  <p:cSld name="38_Custom Layout 2">
    <p:spTree>
      <p:nvGrpSpPr>
        <p:cNvPr id="1" name="Shape 50"/>
        <p:cNvGrpSpPr/>
        <p:nvPr/>
      </p:nvGrpSpPr>
      <p:grpSpPr>
        <a:xfrm>
          <a:off x="0" y="0"/>
          <a:ext cx="0" cy="0"/>
          <a:chOff x="0" y="0"/>
          <a:chExt cx="0" cy="0"/>
        </a:xfrm>
      </p:grpSpPr>
      <p:sp>
        <p:nvSpPr>
          <p:cNvPr id="51" name="Google Shape;51;p13"/>
          <p:cNvSpPr/>
          <p:nvPr/>
        </p:nvSpPr>
        <p:spPr>
          <a:xfrm>
            <a:off x="0" y="0"/>
            <a:ext cx="9144000" cy="6858000"/>
          </a:xfrm>
          <a:prstGeom prst="rect">
            <a:avLst/>
          </a:prstGeom>
          <a:gradFill>
            <a:gsLst>
              <a:gs pos="0">
                <a:srgbClr val="1F649D"/>
              </a:gs>
              <a:gs pos="100000">
                <a:srgbClr val="071238"/>
              </a:gs>
            </a:gsLst>
            <a:lin ang="80993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a:p>
        </p:txBody>
      </p:sp>
      <p:sp>
        <p:nvSpPr>
          <p:cNvPr id="52" name="Google Shape;52;p13"/>
          <p:cNvSpPr/>
          <p:nvPr/>
        </p:nvSpPr>
        <p:spPr>
          <a:xfrm rot="10800000" flipH="1">
            <a:off x="4620015" y="647308"/>
            <a:ext cx="4536409" cy="6210693"/>
          </a:xfrm>
          <a:custGeom>
            <a:avLst/>
            <a:gdLst/>
            <a:ahLst/>
            <a:cxnLst/>
            <a:rect l="l" t="t" r="r" b="b"/>
            <a:pathLst>
              <a:path w="11782880" h="12098753" extrusionOk="0">
                <a:moveTo>
                  <a:pt x="3607679" y="0"/>
                </a:moveTo>
                <a:cubicBezTo>
                  <a:pt x="8122717" y="0"/>
                  <a:pt x="11782880" y="3660163"/>
                  <a:pt x="11782880" y="8175202"/>
                </a:cubicBezTo>
                <a:cubicBezTo>
                  <a:pt x="11782880" y="9586152"/>
                  <a:pt x="11425442" y="10913618"/>
                  <a:pt x="10796177" y="12071989"/>
                </a:cubicBezTo>
                <a:lnTo>
                  <a:pt x="10780788" y="12098753"/>
                </a:lnTo>
                <a:lnTo>
                  <a:pt x="8952423" y="12098753"/>
                </a:lnTo>
                <a:lnTo>
                  <a:pt x="9106129" y="11882605"/>
                </a:lnTo>
                <a:cubicBezTo>
                  <a:pt x="9821102" y="10824305"/>
                  <a:pt x="10238584" y="9548508"/>
                  <a:pt x="10238584" y="8175202"/>
                </a:cubicBezTo>
                <a:cubicBezTo>
                  <a:pt x="10238584" y="4513054"/>
                  <a:pt x="7269826" y="1544296"/>
                  <a:pt x="3607679" y="1544296"/>
                </a:cubicBezTo>
                <a:cubicBezTo>
                  <a:pt x="2348815" y="1544296"/>
                  <a:pt x="1171885" y="1895097"/>
                  <a:pt x="169312" y="2504275"/>
                </a:cubicBezTo>
                <a:lnTo>
                  <a:pt x="0" y="2612819"/>
                </a:lnTo>
                <a:lnTo>
                  <a:pt x="0" y="838631"/>
                </a:lnTo>
                <a:lnTo>
                  <a:pt x="63390" y="806164"/>
                </a:lnTo>
                <a:cubicBezTo>
                  <a:pt x="1135591" y="289525"/>
                  <a:pt x="2337824" y="0"/>
                  <a:pt x="3607679" y="0"/>
                </a:cubicBezTo>
                <a:close/>
              </a:path>
            </a:pathLst>
          </a:custGeom>
          <a:gradFill>
            <a:gsLst>
              <a:gs pos="0">
                <a:srgbClr val="FFFFFF">
                  <a:alpha val="0"/>
                </a:srgbClr>
              </a:gs>
              <a:gs pos="47000">
                <a:srgbClr val="FFFFFF">
                  <a:alpha val="0"/>
                </a:srgbClr>
              </a:gs>
              <a:gs pos="66000">
                <a:schemeClr val="lt1"/>
              </a:gs>
              <a:gs pos="86000">
                <a:schemeClr val="lt1"/>
              </a:gs>
              <a:gs pos="100000">
                <a:schemeClr val="lt1"/>
              </a:gs>
            </a:gsLst>
            <a:lin ang="18900732" scaled="0"/>
          </a:gradFill>
          <a:ln>
            <a:noFill/>
          </a:ln>
        </p:spPr>
        <p:txBody>
          <a:bodyPr spcFirstLastPara="1" wrap="square" lIns="34275" tIns="17150" rIns="34275" bIns="17150" anchor="ctr" anchorCtr="0">
            <a:noAutofit/>
          </a:bodyPr>
          <a:lstStyle/>
          <a:p>
            <a:pPr marL="0" marR="0" lvl="0" indent="0" algn="ctr" rtl="0">
              <a:spcBef>
                <a:spcPts val="0"/>
              </a:spcBef>
              <a:spcAft>
                <a:spcPts val="0"/>
              </a:spcAft>
              <a:buNone/>
            </a:pPr>
            <a:endParaRPr sz="700" b="0" i="0" u="none" strike="noStrike" cap="none">
              <a:solidFill>
                <a:schemeClr val="lt1"/>
              </a:solidFill>
              <a:latin typeface="Inter Tight"/>
              <a:ea typeface="Inter Tight"/>
              <a:cs typeface="Inter Tight"/>
              <a:sym typeface="Inter Tight"/>
            </a:endParaRPr>
          </a:p>
        </p:txBody>
      </p:sp>
      <p:pic>
        <p:nvPicPr>
          <p:cNvPr id="53" name="Google Shape;53;p13"/>
          <p:cNvPicPr preferRelativeResize="0"/>
          <p:nvPr/>
        </p:nvPicPr>
        <p:blipFill>
          <a:blip r:embed="rId2">
            <a:alphaModFix/>
          </a:blip>
          <a:stretch>
            <a:fillRect/>
          </a:stretch>
        </p:blipFill>
        <p:spPr>
          <a:xfrm>
            <a:off x="230628" y="5"/>
            <a:ext cx="1577349" cy="2103132"/>
          </a:xfrm>
          <a:prstGeom prst="rect">
            <a:avLst/>
          </a:prstGeom>
          <a:noFill/>
          <a:ln>
            <a:noFill/>
          </a:ln>
        </p:spPr>
      </p:pic>
      <p:sp>
        <p:nvSpPr>
          <p:cNvPr id="54" name="Google Shape;54;p13"/>
          <p:cNvSpPr txBox="1">
            <a:spLocks noGrp="1"/>
          </p:cNvSpPr>
          <p:nvPr>
            <p:ph type="title"/>
          </p:nvPr>
        </p:nvSpPr>
        <p:spPr>
          <a:xfrm>
            <a:off x="505775" y="2547433"/>
            <a:ext cx="3942300" cy="22260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200"/>
              <a:buFont typeface="Raleway"/>
              <a:buNone/>
              <a:defRPr sz="3200" b="1">
                <a:solidFill>
                  <a:schemeClr val="lt1"/>
                </a:solidFill>
                <a:latin typeface="Raleway"/>
                <a:ea typeface="Raleway"/>
                <a:cs typeface="Raleway"/>
                <a:sym typeface="Raleway"/>
              </a:defRPr>
            </a:lvl1pPr>
            <a:lvl2pPr lvl="1">
              <a:spcBef>
                <a:spcPts val="0"/>
              </a:spcBef>
              <a:spcAft>
                <a:spcPts val="0"/>
              </a:spcAft>
              <a:buSzPts val="3000"/>
              <a:buFont typeface="Raleway"/>
              <a:buNone/>
              <a:defRPr sz="3000" b="1">
                <a:latin typeface="Raleway"/>
                <a:ea typeface="Raleway"/>
                <a:cs typeface="Raleway"/>
                <a:sym typeface="Raleway"/>
              </a:defRPr>
            </a:lvl2pPr>
            <a:lvl3pPr lvl="2">
              <a:spcBef>
                <a:spcPts val="0"/>
              </a:spcBef>
              <a:spcAft>
                <a:spcPts val="0"/>
              </a:spcAft>
              <a:buSzPts val="3000"/>
              <a:buFont typeface="Raleway"/>
              <a:buNone/>
              <a:defRPr sz="3000" b="1">
                <a:latin typeface="Raleway"/>
                <a:ea typeface="Raleway"/>
                <a:cs typeface="Raleway"/>
                <a:sym typeface="Raleway"/>
              </a:defRPr>
            </a:lvl3pPr>
            <a:lvl4pPr lvl="3">
              <a:spcBef>
                <a:spcPts val="0"/>
              </a:spcBef>
              <a:spcAft>
                <a:spcPts val="0"/>
              </a:spcAft>
              <a:buSzPts val="3000"/>
              <a:buFont typeface="Raleway"/>
              <a:buNone/>
              <a:defRPr sz="3000" b="1">
                <a:latin typeface="Raleway"/>
                <a:ea typeface="Raleway"/>
                <a:cs typeface="Raleway"/>
                <a:sym typeface="Raleway"/>
              </a:defRPr>
            </a:lvl4pPr>
            <a:lvl5pPr lvl="4">
              <a:spcBef>
                <a:spcPts val="0"/>
              </a:spcBef>
              <a:spcAft>
                <a:spcPts val="0"/>
              </a:spcAft>
              <a:buSzPts val="3000"/>
              <a:buFont typeface="Raleway"/>
              <a:buNone/>
              <a:defRPr sz="3000" b="1">
                <a:latin typeface="Raleway"/>
                <a:ea typeface="Raleway"/>
                <a:cs typeface="Raleway"/>
                <a:sym typeface="Raleway"/>
              </a:defRPr>
            </a:lvl5pPr>
            <a:lvl6pPr lvl="5">
              <a:spcBef>
                <a:spcPts val="0"/>
              </a:spcBef>
              <a:spcAft>
                <a:spcPts val="0"/>
              </a:spcAft>
              <a:buSzPts val="3000"/>
              <a:buFont typeface="Raleway"/>
              <a:buNone/>
              <a:defRPr sz="3000" b="1">
                <a:latin typeface="Raleway"/>
                <a:ea typeface="Raleway"/>
                <a:cs typeface="Raleway"/>
                <a:sym typeface="Raleway"/>
              </a:defRPr>
            </a:lvl6pPr>
            <a:lvl7pPr lvl="6">
              <a:spcBef>
                <a:spcPts val="0"/>
              </a:spcBef>
              <a:spcAft>
                <a:spcPts val="0"/>
              </a:spcAft>
              <a:buSzPts val="3000"/>
              <a:buFont typeface="Raleway"/>
              <a:buNone/>
              <a:defRPr sz="3000" b="1">
                <a:latin typeface="Raleway"/>
                <a:ea typeface="Raleway"/>
                <a:cs typeface="Raleway"/>
                <a:sym typeface="Raleway"/>
              </a:defRPr>
            </a:lvl7pPr>
            <a:lvl8pPr lvl="7">
              <a:spcBef>
                <a:spcPts val="0"/>
              </a:spcBef>
              <a:spcAft>
                <a:spcPts val="0"/>
              </a:spcAft>
              <a:buSzPts val="3000"/>
              <a:buFont typeface="Raleway"/>
              <a:buNone/>
              <a:defRPr sz="3000" b="1">
                <a:latin typeface="Raleway"/>
                <a:ea typeface="Raleway"/>
                <a:cs typeface="Raleway"/>
                <a:sym typeface="Raleway"/>
              </a:defRPr>
            </a:lvl8pPr>
            <a:lvl9pPr lvl="8">
              <a:spcBef>
                <a:spcPts val="0"/>
              </a:spcBef>
              <a:spcAft>
                <a:spcPts val="0"/>
              </a:spcAft>
              <a:buSzPts val="3000"/>
              <a:buFont typeface="Raleway"/>
              <a:buNone/>
              <a:defRPr sz="3000" b="1">
                <a:latin typeface="Raleway"/>
                <a:ea typeface="Raleway"/>
                <a:cs typeface="Raleway"/>
                <a:sym typeface="Raleway"/>
              </a:defRPr>
            </a:lvl9pPr>
          </a:lstStyle>
          <a:p>
            <a:endParaRPr/>
          </a:p>
        </p:txBody>
      </p:sp>
      <p:sp>
        <p:nvSpPr>
          <p:cNvPr id="55" name="Google Shape;55;p13"/>
          <p:cNvSpPr txBox="1">
            <a:spLocks noGrp="1"/>
          </p:cNvSpPr>
          <p:nvPr>
            <p:ph type="subTitle" idx="1"/>
          </p:nvPr>
        </p:nvSpPr>
        <p:spPr>
          <a:xfrm>
            <a:off x="555125" y="4773433"/>
            <a:ext cx="3843600" cy="14360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1800"/>
              <a:buFont typeface="Raleway"/>
              <a:buNone/>
              <a:defRPr>
                <a:solidFill>
                  <a:schemeClr val="lt1"/>
                </a:solidFill>
                <a:latin typeface="Raleway"/>
                <a:ea typeface="Raleway"/>
                <a:cs typeface="Raleway"/>
                <a:sym typeface="Raleway"/>
              </a:defRPr>
            </a:lvl1pPr>
            <a:lvl2pPr lvl="1">
              <a:spcBef>
                <a:spcPts val="0"/>
              </a:spcBef>
              <a:spcAft>
                <a:spcPts val="0"/>
              </a:spcAft>
              <a:buClr>
                <a:schemeClr val="lt1"/>
              </a:buClr>
              <a:buSzPts val="1400"/>
              <a:buFont typeface="Raleway"/>
              <a:buNone/>
              <a:defRPr>
                <a:solidFill>
                  <a:schemeClr val="lt1"/>
                </a:solidFill>
                <a:latin typeface="Raleway"/>
                <a:ea typeface="Raleway"/>
                <a:cs typeface="Raleway"/>
                <a:sym typeface="Raleway"/>
              </a:defRPr>
            </a:lvl2pPr>
            <a:lvl3pPr lvl="2">
              <a:spcBef>
                <a:spcPts val="0"/>
              </a:spcBef>
              <a:spcAft>
                <a:spcPts val="0"/>
              </a:spcAft>
              <a:buClr>
                <a:schemeClr val="lt1"/>
              </a:buClr>
              <a:buSzPts val="1400"/>
              <a:buFont typeface="Raleway"/>
              <a:buNone/>
              <a:defRPr>
                <a:solidFill>
                  <a:schemeClr val="lt1"/>
                </a:solidFill>
                <a:latin typeface="Raleway"/>
                <a:ea typeface="Raleway"/>
                <a:cs typeface="Raleway"/>
                <a:sym typeface="Raleway"/>
              </a:defRPr>
            </a:lvl3pPr>
            <a:lvl4pPr lvl="3">
              <a:spcBef>
                <a:spcPts val="0"/>
              </a:spcBef>
              <a:spcAft>
                <a:spcPts val="0"/>
              </a:spcAft>
              <a:buClr>
                <a:schemeClr val="lt1"/>
              </a:buClr>
              <a:buSzPts val="1400"/>
              <a:buFont typeface="Raleway"/>
              <a:buNone/>
              <a:defRPr>
                <a:solidFill>
                  <a:schemeClr val="lt1"/>
                </a:solidFill>
                <a:latin typeface="Raleway"/>
                <a:ea typeface="Raleway"/>
                <a:cs typeface="Raleway"/>
                <a:sym typeface="Raleway"/>
              </a:defRPr>
            </a:lvl4pPr>
            <a:lvl5pPr lvl="4">
              <a:spcBef>
                <a:spcPts val="0"/>
              </a:spcBef>
              <a:spcAft>
                <a:spcPts val="0"/>
              </a:spcAft>
              <a:buClr>
                <a:schemeClr val="lt1"/>
              </a:buClr>
              <a:buSzPts val="1400"/>
              <a:buFont typeface="Raleway"/>
              <a:buNone/>
              <a:defRPr>
                <a:solidFill>
                  <a:schemeClr val="lt1"/>
                </a:solidFill>
                <a:latin typeface="Raleway"/>
                <a:ea typeface="Raleway"/>
                <a:cs typeface="Raleway"/>
                <a:sym typeface="Raleway"/>
              </a:defRPr>
            </a:lvl5pPr>
            <a:lvl6pPr lvl="5">
              <a:spcBef>
                <a:spcPts val="0"/>
              </a:spcBef>
              <a:spcAft>
                <a:spcPts val="0"/>
              </a:spcAft>
              <a:buClr>
                <a:schemeClr val="lt1"/>
              </a:buClr>
              <a:buSzPts val="1400"/>
              <a:buFont typeface="Raleway"/>
              <a:buNone/>
              <a:defRPr>
                <a:solidFill>
                  <a:schemeClr val="lt1"/>
                </a:solidFill>
                <a:latin typeface="Raleway"/>
                <a:ea typeface="Raleway"/>
                <a:cs typeface="Raleway"/>
                <a:sym typeface="Raleway"/>
              </a:defRPr>
            </a:lvl6pPr>
            <a:lvl7pPr lvl="6">
              <a:spcBef>
                <a:spcPts val="0"/>
              </a:spcBef>
              <a:spcAft>
                <a:spcPts val="0"/>
              </a:spcAft>
              <a:buClr>
                <a:schemeClr val="lt1"/>
              </a:buClr>
              <a:buSzPts val="1400"/>
              <a:buFont typeface="Raleway"/>
              <a:buNone/>
              <a:defRPr>
                <a:solidFill>
                  <a:schemeClr val="lt1"/>
                </a:solidFill>
                <a:latin typeface="Raleway"/>
                <a:ea typeface="Raleway"/>
                <a:cs typeface="Raleway"/>
                <a:sym typeface="Raleway"/>
              </a:defRPr>
            </a:lvl7pPr>
            <a:lvl8pPr lvl="7">
              <a:spcBef>
                <a:spcPts val="0"/>
              </a:spcBef>
              <a:spcAft>
                <a:spcPts val="0"/>
              </a:spcAft>
              <a:buClr>
                <a:schemeClr val="lt1"/>
              </a:buClr>
              <a:buSzPts val="1400"/>
              <a:buFont typeface="Raleway"/>
              <a:buNone/>
              <a:defRPr>
                <a:solidFill>
                  <a:schemeClr val="lt1"/>
                </a:solidFill>
                <a:latin typeface="Raleway"/>
                <a:ea typeface="Raleway"/>
                <a:cs typeface="Raleway"/>
                <a:sym typeface="Raleway"/>
              </a:defRPr>
            </a:lvl8pPr>
            <a:lvl9pPr lvl="8">
              <a:spcBef>
                <a:spcPts val="0"/>
              </a:spcBef>
              <a:spcAft>
                <a:spcPts val="0"/>
              </a:spcAft>
              <a:buClr>
                <a:schemeClr val="lt1"/>
              </a:buClr>
              <a:buSzPts val="1400"/>
              <a:buFont typeface="Raleway"/>
              <a:buNone/>
              <a:defRPr>
                <a:solidFill>
                  <a:schemeClr val="lt1"/>
                </a:solidFill>
                <a:latin typeface="Raleway"/>
                <a:ea typeface="Raleway"/>
                <a:cs typeface="Raleway"/>
                <a:sym typeface="Raleway"/>
              </a:defRPr>
            </a:lvl9pPr>
          </a:lstStyle>
          <a:p>
            <a:endParaRPr/>
          </a:p>
        </p:txBody>
      </p:sp>
      <p:sp>
        <p:nvSpPr>
          <p:cNvPr id="56" name="Google Shape;56;p13"/>
          <p:cNvSpPr txBox="1">
            <a:spLocks noGrp="1"/>
          </p:cNvSpPr>
          <p:nvPr>
            <p:ph type="subTitle" idx="2"/>
          </p:nvPr>
        </p:nvSpPr>
        <p:spPr>
          <a:xfrm>
            <a:off x="807375" y="6021067"/>
            <a:ext cx="2547900" cy="795600"/>
          </a:xfrm>
          <a:prstGeom prst="rect">
            <a:avLst/>
          </a:prstGeom>
        </p:spPr>
        <p:txBody>
          <a:bodyPr spcFirstLastPara="1" wrap="square" lIns="91425" tIns="91425" rIns="91425" bIns="91425" anchor="t" anchorCtr="0">
            <a:normAutofit/>
          </a:bodyPr>
          <a:lstStyle>
            <a:lvl1pPr lvl="0">
              <a:spcBef>
                <a:spcPts val="0"/>
              </a:spcBef>
              <a:spcAft>
                <a:spcPts val="0"/>
              </a:spcAft>
              <a:buClr>
                <a:srgbClr val="222230"/>
              </a:buClr>
              <a:buSzPts val="1000"/>
              <a:buFont typeface="Raleway"/>
              <a:buNone/>
              <a:defRPr sz="1000">
                <a:solidFill>
                  <a:srgbClr val="222230"/>
                </a:solidFill>
                <a:latin typeface="Raleway"/>
                <a:ea typeface="Raleway"/>
                <a:cs typeface="Raleway"/>
                <a:sym typeface="Raleway"/>
              </a:defRPr>
            </a:lvl1pPr>
            <a:lvl2pPr lvl="1">
              <a:spcBef>
                <a:spcPts val="0"/>
              </a:spcBef>
              <a:spcAft>
                <a:spcPts val="0"/>
              </a:spcAft>
              <a:buClr>
                <a:srgbClr val="222230"/>
              </a:buClr>
              <a:buSzPts val="600"/>
              <a:buFont typeface="Raleway"/>
              <a:buNone/>
              <a:defRPr sz="600">
                <a:solidFill>
                  <a:srgbClr val="222230"/>
                </a:solidFill>
                <a:latin typeface="Raleway"/>
                <a:ea typeface="Raleway"/>
                <a:cs typeface="Raleway"/>
                <a:sym typeface="Raleway"/>
              </a:defRPr>
            </a:lvl2pPr>
            <a:lvl3pPr lvl="2">
              <a:spcBef>
                <a:spcPts val="0"/>
              </a:spcBef>
              <a:spcAft>
                <a:spcPts val="0"/>
              </a:spcAft>
              <a:buClr>
                <a:srgbClr val="222230"/>
              </a:buClr>
              <a:buSzPts val="600"/>
              <a:buFont typeface="Raleway"/>
              <a:buNone/>
              <a:defRPr sz="600">
                <a:solidFill>
                  <a:srgbClr val="222230"/>
                </a:solidFill>
                <a:latin typeface="Raleway"/>
                <a:ea typeface="Raleway"/>
                <a:cs typeface="Raleway"/>
                <a:sym typeface="Raleway"/>
              </a:defRPr>
            </a:lvl3pPr>
            <a:lvl4pPr lvl="3">
              <a:spcBef>
                <a:spcPts val="0"/>
              </a:spcBef>
              <a:spcAft>
                <a:spcPts val="0"/>
              </a:spcAft>
              <a:buClr>
                <a:srgbClr val="222230"/>
              </a:buClr>
              <a:buSzPts val="600"/>
              <a:buFont typeface="Raleway"/>
              <a:buNone/>
              <a:defRPr sz="600">
                <a:solidFill>
                  <a:srgbClr val="222230"/>
                </a:solidFill>
                <a:latin typeface="Raleway"/>
                <a:ea typeface="Raleway"/>
                <a:cs typeface="Raleway"/>
                <a:sym typeface="Raleway"/>
              </a:defRPr>
            </a:lvl4pPr>
            <a:lvl5pPr lvl="4">
              <a:spcBef>
                <a:spcPts val="0"/>
              </a:spcBef>
              <a:spcAft>
                <a:spcPts val="0"/>
              </a:spcAft>
              <a:buClr>
                <a:srgbClr val="222230"/>
              </a:buClr>
              <a:buSzPts val="600"/>
              <a:buFont typeface="Raleway"/>
              <a:buNone/>
              <a:defRPr sz="600">
                <a:solidFill>
                  <a:srgbClr val="222230"/>
                </a:solidFill>
                <a:latin typeface="Raleway"/>
                <a:ea typeface="Raleway"/>
                <a:cs typeface="Raleway"/>
                <a:sym typeface="Raleway"/>
              </a:defRPr>
            </a:lvl5pPr>
            <a:lvl6pPr lvl="5">
              <a:spcBef>
                <a:spcPts val="0"/>
              </a:spcBef>
              <a:spcAft>
                <a:spcPts val="0"/>
              </a:spcAft>
              <a:buClr>
                <a:srgbClr val="222230"/>
              </a:buClr>
              <a:buSzPts val="600"/>
              <a:buFont typeface="Raleway"/>
              <a:buNone/>
              <a:defRPr sz="600">
                <a:solidFill>
                  <a:srgbClr val="222230"/>
                </a:solidFill>
                <a:latin typeface="Raleway"/>
                <a:ea typeface="Raleway"/>
                <a:cs typeface="Raleway"/>
                <a:sym typeface="Raleway"/>
              </a:defRPr>
            </a:lvl6pPr>
            <a:lvl7pPr lvl="6">
              <a:spcBef>
                <a:spcPts val="0"/>
              </a:spcBef>
              <a:spcAft>
                <a:spcPts val="0"/>
              </a:spcAft>
              <a:buClr>
                <a:srgbClr val="222230"/>
              </a:buClr>
              <a:buSzPts val="600"/>
              <a:buFont typeface="Raleway"/>
              <a:buNone/>
              <a:defRPr sz="600">
                <a:solidFill>
                  <a:srgbClr val="222230"/>
                </a:solidFill>
                <a:latin typeface="Raleway"/>
                <a:ea typeface="Raleway"/>
                <a:cs typeface="Raleway"/>
                <a:sym typeface="Raleway"/>
              </a:defRPr>
            </a:lvl7pPr>
            <a:lvl8pPr lvl="7">
              <a:spcBef>
                <a:spcPts val="0"/>
              </a:spcBef>
              <a:spcAft>
                <a:spcPts val="0"/>
              </a:spcAft>
              <a:buClr>
                <a:srgbClr val="222230"/>
              </a:buClr>
              <a:buSzPts val="600"/>
              <a:buFont typeface="Raleway"/>
              <a:buNone/>
              <a:defRPr sz="600">
                <a:solidFill>
                  <a:srgbClr val="222230"/>
                </a:solidFill>
                <a:latin typeface="Raleway"/>
                <a:ea typeface="Raleway"/>
                <a:cs typeface="Raleway"/>
                <a:sym typeface="Raleway"/>
              </a:defRPr>
            </a:lvl8pPr>
            <a:lvl9pPr lvl="8">
              <a:spcBef>
                <a:spcPts val="0"/>
              </a:spcBef>
              <a:spcAft>
                <a:spcPts val="0"/>
              </a:spcAft>
              <a:buClr>
                <a:srgbClr val="222230"/>
              </a:buClr>
              <a:buSzPts val="600"/>
              <a:buFont typeface="Raleway"/>
              <a:buNone/>
              <a:defRPr sz="600">
                <a:solidFill>
                  <a:srgbClr val="222230"/>
                </a:solidFill>
                <a:latin typeface="Raleway"/>
                <a:ea typeface="Raleway"/>
                <a:cs typeface="Raleway"/>
                <a:sym typeface="Raleway"/>
              </a:defRPr>
            </a:lvl9pPr>
          </a:lstStyle>
          <a:p>
            <a:endParaRPr/>
          </a:p>
        </p:txBody>
      </p:sp>
      <p:sp>
        <p:nvSpPr>
          <p:cNvPr id="57" name="Google Shape;57;p13"/>
          <p:cNvSpPr txBox="1">
            <a:spLocks noGrp="1"/>
          </p:cNvSpPr>
          <p:nvPr>
            <p:ph type="subTitle" idx="3"/>
          </p:nvPr>
        </p:nvSpPr>
        <p:spPr>
          <a:xfrm>
            <a:off x="6788251" y="333567"/>
            <a:ext cx="2143800" cy="14360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1200"/>
              <a:buFont typeface="Raleway"/>
              <a:buNone/>
              <a:defRPr sz="1200">
                <a:solidFill>
                  <a:schemeClr val="lt1"/>
                </a:solidFill>
                <a:latin typeface="Raleway"/>
                <a:ea typeface="Raleway"/>
                <a:cs typeface="Raleway"/>
                <a:sym typeface="Raleway"/>
              </a:defRPr>
            </a:lvl1pPr>
            <a:lvl2pPr lvl="1">
              <a:spcBef>
                <a:spcPts val="0"/>
              </a:spcBef>
              <a:spcAft>
                <a:spcPts val="0"/>
              </a:spcAft>
              <a:buClr>
                <a:schemeClr val="lt1"/>
              </a:buClr>
              <a:buSzPts val="800"/>
              <a:buFont typeface="Raleway"/>
              <a:buNone/>
              <a:defRPr sz="800">
                <a:solidFill>
                  <a:schemeClr val="lt1"/>
                </a:solidFill>
                <a:latin typeface="Raleway"/>
                <a:ea typeface="Raleway"/>
                <a:cs typeface="Raleway"/>
                <a:sym typeface="Raleway"/>
              </a:defRPr>
            </a:lvl2pPr>
            <a:lvl3pPr lvl="2">
              <a:spcBef>
                <a:spcPts val="0"/>
              </a:spcBef>
              <a:spcAft>
                <a:spcPts val="0"/>
              </a:spcAft>
              <a:buClr>
                <a:schemeClr val="lt1"/>
              </a:buClr>
              <a:buSzPts val="800"/>
              <a:buFont typeface="Raleway"/>
              <a:buNone/>
              <a:defRPr sz="800">
                <a:solidFill>
                  <a:schemeClr val="lt1"/>
                </a:solidFill>
                <a:latin typeface="Raleway"/>
                <a:ea typeface="Raleway"/>
                <a:cs typeface="Raleway"/>
                <a:sym typeface="Raleway"/>
              </a:defRPr>
            </a:lvl3pPr>
            <a:lvl4pPr lvl="3">
              <a:spcBef>
                <a:spcPts val="0"/>
              </a:spcBef>
              <a:spcAft>
                <a:spcPts val="0"/>
              </a:spcAft>
              <a:buClr>
                <a:schemeClr val="lt1"/>
              </a:buClr>
              <a:buSzPts val="800"/>
              <a:buFont typeface="Raleway"/>
              <a:buNone/>
              <a:defRPr sz="800">
                <a:solidFill>
                  <a:schemeClr val="lt1"/>
                </a:solidFill>
                <a:latin typeface="Raleway"/>
                <a:ea typeface="Raleway"/>
                <a:cs typeface="Raleway"/>
                <a:sym typeface="Raleway"/>
              </a:defRPr>
            </a:lvl4pPr>
            <a:lvl5pPr lvl="4">
              <a:spcBef>
                <a:spcPts val="0"/>
              </a:spcBef>
              <a:spcAft>
                <a:spcPts val="0"/>
              </a:spcAft>
              <a:buClr>
                <a:schemeClr val="lt1"/>
              </a:buClr>
              <a:buSzPts val="800"/>
              <a:buFont typeface="Raleway"/>
              <a:buNone/>
              <a:defRPr sz="800">
                <a:solidFill>
                  <a:schemeClr val="lt1"/>
                </a:solidFill>
                <a:latin typeface="Raleway"/>
                <a:ea typeface="Raleway"/>
                <a:cs typeface="Raleway"/>
                <a:sym typeface="Raleway"/>
              </a:defRPr>
            </a:lvl5pPr>
            <a:lvl6pPr lvl="5">
              <a:spcBef>
                <a:spcPts val="0"/>
              </a:spcBef>
              <a:spcAft>
                <a:spcPts val="0"/>
              </a:spcAft>
              <a:buClr>
                <a:schemeClr val="lt1"/>
              </a:buClr>
              <a:buSzPts val="800"/>
              <a:buFont typeface="Raleway"/>
              <a:buNone/>
              <a:defRPr sz="800">
                <a:solidFill>
                  <a:schemeClr val="lt1"/>
                </a:solidFill>
                <a:latin typeface="Raleway"/>
                <a:ea typeface="Raleway"/>
                <a:cs typeface="Raleway"/>
                <a:sym typeface="Raleway"/>
              </a:defRPr>
            </a:lvl6pPr>
            <a:lvl7pPr lvl="6">
              <a:spcBef>
                <a:spcPts val="0"/>
              </a:spcBef>
              <a:spcAft>
                <a:spcPts val="0"/>
              </a:spcAft>
              <a:buClr>
                <a:schemeClr val="lt1"/>
              </a:buClr>
              <a:buSzPts val="800"/>
              <a:buFont typeface="Raleway"/>
              <a:buNone/>
              <a:defRPr sz="800">
                <a:solidFill>
                  <a:schemeClr val="lt1"/>
                </a:solidFill>
                <a:latin typeface="Raleway"/>
                <a:ea typeface="Raleway"/>
                <a:cs typeface="Raleway"/>
                <a:sym typeface="Raleway"/>
              </a:defRPr>
            </a:lvl7pPr>
            <a:lvl8pPr lvl="7">
              <a:spcBef>
                <a:spcPts val="0"/>
              </a:spcBef>
              <a:spcAft>
                <a:spcPts val="0"/>
              </a:spcAft>
              <a:buClr>
                <a:schemeClr val="lt1"/>
              </a:buClr>
              <a:buSzPts val="800"/>
              <a:buFont typeface="Raleway"/>
              <a:buNone/>
              <a:defRPr sz="800">
                <a:solidFill>
                  <a:schemeClr val="lt1"/>
                </a:solidFill>
                <a:latin typeface="Raleway"/>
                <a:ea typeface="Raleway"/>
                <a:cs typeface="Raleway"/>
                <a:sym typeface="Raleway"/>
              </a:defRPr>
            </a:lvl8pPr>
            <a:lvl9pPr lvl="8">
              <a:spcBef>
                <a:spcPts val="0"/>
              </a:spcBef>
              <a:spcAft>
                <a:spcPts val="0"/>
              </a:spcAft>
              <a:buClr>
                <a:schemeClr val="lt1"/>
              </a:buClr>
              <a:buSzPts val="800"/>
              <a:buFont typeface="Raleway"/>
              <a:buNone/>
              <a:defRPr sz="800">
                <a:solidFill>
                  <a:schemeClr val="lt1"/>
                </a:solidFill>
                <a:latin typeface="Raleway"/>
                <a:ea typeface="Raleway"/>
                <a:cs typeface="Raleway"/>
                <a:sym typeface="Raleway"/>
              </a:defRPr>
            </a:lvl9pPr>
          </a:lstStyle>
          <a:p>
            <a:endParaRPr/>
          </a:p>
        </p:txBody>
      </p:sp>
    </p:spTree>
    <p:extLst>
      <p:ext uri="{BB962C8B-B14F-4D97-AF65-F5344CB8AC3E}">
        <p14:creationId xmlns:p14="http://schemas.microsoft.com/office/powerpoint/2010/main" val="128487980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593367"/>
            <a:ext cx="85206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536633"/>
            <a:ext cx="8520600" cy="4555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9" y="6217623"/>
            <a:ext cx="5487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pic>
        <p:nvPicPr>
          <p:cNvPr id="2" name="Google Shape;53;p13">
            <a:extLst>
              <a:ext uri="{FF2B5EF4-FFF2-40B4-BE49-F238E27FC236}">
                <a16:creationId xmlns:a16="http://schemas.microsoft.com/office/drawing/2014/main" id="{C6973194-EE48-B3BF-5012-8E3A7F2A7EA7}"/>
              </a:ext>
            </a:extLst>
          </p:cNvPr>
          <p:cNvPicPr preferRelativeResize="0"/>
          <p:nvPr userDrawn="1"/>
        </p:nvPicPr>
        <p:blipFill>
          <a:blip r:embed="rId2">
            <a:alphaModFix/>
          </a:blip>
          <a:srcRect l="20142" t="30302" r="17769" b="28834"/>
          <a:stretch>
            <a:fillRect/>
          </a:stretch>
        </p:blipFill>
        <p:spPr>
          <a:xfrm>
            <a:off x="8164643" y="37858"/>
            <a:ext cx="979357" cy="859437"/>
          </a:xfrm>
          <a:prstGeom prst="rect">
            <a:avLst/>
          </a:prstGeom>
          <a:noFill/>
          <a:ln>
            <a:noFill/>
          </a:ln>
        </p:spPr>
      </p:pic>
    </p:spTree>
    <p:extLst>
      <p:ext uri="{BB962C8B-B14F-4D97-AF65-F5344CB8AC3E}">
        <p14:creationId xmlns:p14="http://schemas.microsoft.com/office/powerpoint/2010/main" val="11849295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992767"/>
            <a:ext cx="8520600" cy="27368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dirty="0"/>
          </a:p>
        </p:txBody>
      </p:sp>
      <p:sp>
        <p:nvSpPr>
          <p:cNvPr id="11" name="Google Shape;11;p2"/>
          <p:cNvSpPr txBox="1">
            <a:spLocks noGrp="1"/>
          </p:cNvSpPr>
          <p:nvPr>
            <p:ph type="subTitle" idx="1"/>
          </p:nvPr>
        </p:nvSpPr>
        <p:spPr>
          <a:xfrm>
            <a:off x="311700" y="3778833"/>
            <a:ext cx="8520600" cy="105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9" y="6217623"/>
            <a:ext cx="5487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867800"/>
            <a:ext cx="8520600" cy="1122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9" y="6217623"/>
            <a:ext cx="5487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593367"/>
            <a:ext cx="85206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536633"/>
            <a:ext cx="8520600" cy="4555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9" y="6217623"/>
            <a:ext cx="5487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593367"/>
            <a:ext cx="85206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1" y="1536633"/>
            <a:ext cx="3999900" cy="4555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1" y="1536633"/>
            <a:ext cx="3999900" cy="4555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9" y="6217623"/>
            <a:ext cx="5487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593367"/>
            <a:ext cx="85206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9" y="6217623"/>
            <a:ext cx="5487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740800"/>
            <a:ext cx="2808000" cy="10076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852800"/>
            <a:ext cx="2808000" cy="42392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9" y="6217623"/>
            <a:ext cx="5487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1" y="600200"/>
            <a:ext cx="6367800" cy="54544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9" y="6217623"/>
            <a:ext cx="5487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400"/>
          </a:p>
        </p:txBody>
      </p:sp>
      <p:sp>
        <p:nvSpPr>
          <p:cNvPr id="37" name="Google Shape;37;p9"/>
          <p:cNvSpPr txBox="1">
            <a:spLocks noGrp="1"/>
          </p:cNvSpPr>
          <p:nvPr>
            <p:ph type="title"/>
          </p:nvPr>
        </p:nvSpPr>
        <p:spPr>
          <a:xfrm>
            <a:off x="265500" y="1644233"/>
            <a:ext cx="4045200" cy="197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3737433"/>
            <a:ext cx="4045200" cy="164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965433"/>
            <a:ext cx="3837000" cy="49268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9" y="6217623"/>
            <a:ext cx="5487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5640767"/>
            <a:ext cx="5998800" cy="806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9" y="6217623"/>
            <a:ext cx="5487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474833"/>
            <a:ext cx="8520600" cy="26180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4202967"/>
            <a:ext cx="8520600" cy="17344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9" y="6217623"/>
            <a:ext cx="5487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9" y="6217623"/>
            <a:ext cx="5487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matchingName="38_Custom Layout 2">
  <p:cSld name="38_Custom Layout_2">
    <p:spTree>
      <p:nvGrpSpPr>
        <p:cNvPr id="1" name="Shape 50"/>
        <p:cNvGrpSpPr/>
        <p:nvPr/>
      </p:nvGrpSpPr>
      <p:grpSpPr>
        <a:xfrm>
          <a:off x="0" y="0"/>
          <a:ext cx="0" cy="0"/>
          <a:chOff x="0" y="0"/>
          <a:chExt cx="0" cy="0"/>
        </a:xfrm>
      </p:grpSpPr>
      <p:sp>
        <p:nvSpPr>
          <p:cNvPr id="51" name="Google Shape;51;p13"/>
          <p:cNvSpPr/>
          <p:nvPr userDrawn="1"/>
        </p:nvSpPr>
        <p:spPr>
          <a:xfrm>
            <a:off x="0" y="0"/>
            <a:ext cx="9144000" cy="6858000"/>
          </a:xfrm>
          <a:prstGeom prst="rect">
            <a:avLst/>
          </a:prstGeom>
          <a:gradFill>
            <a:gsLst>
              <a:gs pos="0">
                <a:srgbClr val="15426F"/>
              </a:gs>
              <a:gs pos="100000">
                <a:srgbClr val="0A1D45"/>
              </a:gs>
            </a:gsLst>
            <a:lin ang="80993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sz="1400"/>
          </a:p>
        </p:txBody>
      </p:sp>
      <p:sp>
        <p:nvSpPr>
          <p:cNvPr id="54" name="Google Shape;54;p13"/>
          <p:cNvSpPr txBox="1">
            <a:spLocks noGrp="1"/>
          </p:cNvSpPr>
          <p:nvPr>
            <p:ph type="title"/>
          </p:nvPr>
        </p:nvSpPr>
        <p:spPr>
          <a:xfrm>
            <a:off x="505774" y="2547433"/>
            <a:ext cx="5575235" cy="22260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200"/>
              <a:buFont typeface="Raleway"/>
              <a:buNone/>
              <a:defRPr sz="3200" b="1">
                <a:solidFill>
                  <a:schemeClr val="lt1"/>
                </a:solidFill>
                <a:latin typeface="Raleway"/>
                <a:ea typeface="Raleway"/>
                <a:cs typeface="Raleway"/>
                <a:sym typeface="Raleway"/>
              </a:defRPr>
            </a:lvl1pPr>
            <a:lvl2pPr lvl="1">
              <a:spcBef>
                <a:spcPts val="0"/>
              </a:spcBef>
              <a:spcAft>
                <a:spcPts val="0"/>
              </a:spcAft>
              <a:buSzPts val="3000"/>
              <a:buFont typeface="Raleway"/>
              <a:buNone/>
              <a:defRPr sz="3000" b="1">
                <a:latin typeface="Raleway"/>
                <a:ea typeface="Raleway"/>
                <a:cs typeface="Raleway"/>
                <a:sym typeface="Raleway"/>
              </a:defRPr>
            </a:lvl2pPr>
            <a:lvl3pPr lvl="2">
              <a:spcBef>
                <a:spcPts val="0"/>
              </a:spcBef>
              <a:spcAft>
                <a:spcPts val="0"/>
              </a:spcAft>
              <a:buSzPts val="3000"/>
              <a:buFont typeface="Raleway"/>
              <a:buNone/>
              <a:defRPr sz="3000" b="1">
                <a:latin typeface="Raleway"/>
                <a:ea typeface="Raleway"/>
                <a:cs typeface="Raleway"/>
                <a:sym typeface="Raleway"/>
              </a:defRPr>
            </a:lvl3pPr>
            <a:lvl4pPr lvl="3">
              <a:spcBef>
                <a:spcPts val="0"/>
              </a:spcBef>
              <a:spcAft>
                <a:spcPts val="0"/>
              </a:spcAft>
              <a:buSzPts val="3000"/>
              <a:buFont typeface="Raleway"/>
              <a:buNone/>
              <a:defRPr sz="3000" b="1">
                <a:latin typeface="Raleway"/>
                <a:ea typeface="Raleway"/>
                <a:cs typeface="Raleway"/>
                <a:sym typeface="Raleway"/>
              </a:defRPr>
            </a:lvl4pPr>
            <a:lvl5pPr lvl="4">
              <a:spcBef>
                <a:spcPts val="0"/>
              </a:spcBef>
              <a:spcAft>
                <a:spcPts val="0"/>
              </a:spcAft>
              <a:buSzPts val="3000"/>
              <a:buFont typeface="Raleway"/>
              <a:buNone/>
              <a:defRPr sz="3000" b="1">
                <a:latin typeface="Raleway"/>
                <a:ea typeface="Raleway"/>
                <a:cs typeface="Raleway"/>
                <a:sym typeface="Raleway"/>
              </a:defRPr>
            </a:lvl5pPr>
            <a:lvl6pPr lvl="5">
              <a:spcBef>
                <a:spcPts val="0"/>
              </a:spcBef>
              <a:spcAft>
                <a:spcPts val="0"/>
              </a:spcAft>
              <a:buSzPts val="3000"/>
              <a:buFont typeface="Raleway"/>
              <a:buNone/>
              <a:defRPr sz="3000" b="1">
                <a:latin typeface="Raleway"/>
                <a:ea typeface="Raleway"/>
                <a:cs typeface="Raleway"/>
                <a:sym typeface="Raleway"/>
              </a:defRPr>
            </a:lvl6pPr>
            <a:lvl7pPr lvl="6">
              <a:spcBef>
                <a:spcPts val="0"/>
              </a:spcBef>
              <a:spcAft>
                <a:spcPts val="0"/>
              </a:spcAft>
              <a:buSzPts val="3000"/>
              <a:buFont typeface="Raleway"/>
              <a:buNone/>
              <a:defRPr sz="3000" b="1">
                <a:latin typeface="Raleway"/>
                <a:ea typeface="Raleway"/>
                <a:cs typeface="Raleway"/>
                <a:sym typeface="Raleway"/>
              </a:defRPr>
            </a:lvl7pPr>
            <a:lvl8pPr lvl="7">
              <a:spcBef>
                <a:spcPts val="0"/>
              </a:spcBef>
              <a:spcAft>
                <a:spcPts val="0"/>
              </a:spcAft>
              <a:buSzPts val="3000"/>
              <a:buFont typeface="Raleway"/>
              <a:buNone/>
              <a:defRPr sz="3000" b="1">
                <a:latin typeface="Raleway"/>
                <a:ea typeface="Raleway"/>
                <a:cs typeface="Raleway"/>
                <a:sym typeface="Raleway"/>
              </a:defRPr>
            </a:lvl8pPr>
            <a:lvl9pPr lvl="8">
              <a:spcBef>
                <a:spcPts val="0"/>
              </a:spcBef>
              <a:spcAft>
                <a:spcPts val="0"/>
              </a:spcAft>
              <a:buSzPts val="3000"/>
              <a:buFont typeface="Raleway"/>
              <a:buNone/>
              <a:defRPr sz="3000" b="1">
                <a:latin typeface="Raleway"/>
                <a:ea typeface="Raleway"/>
                <a:cs typeface="Raleway"/>
                <a:sym typeface="Raleway"/>
              </a:defRPr>
            </a:lvl9pPr>
          </a:lstStyle>
          <a:p>
            <a:endParaRPr dirty="0"/>
          </a:p>
        </p:txBody>
      </p:sp>
      <p:sp>
        <p:nvSpPr>
          <p:cNvPr id="55" name="Google Shape;55;p13"/>
          <p:cNvSpPr txBox="1">
            <a:spLocks noGrp="1"/>
          </p:cNvSpPr>
          <p:nvPr>
            <p:ph type="subTitle" idx="1"/>
          </p:nvPr>
        </p:nvSpPr>
        <p:spPr>
          <a:xfrm>
            <a:off x="555125" y="4773433"/>
            <a:ext cx="3843600" cy="14360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1800"/>
              <a:buFont typeface="Raleway"/>
              <a:buNone/>
              <a:defRPr>
                <a:solidFill>
                  <a:schemeClr val="lt1"/>
                </a:solidFill>
                <a:latin typeface="Raleway"/>
                <a:ea typeface="Raleway"/>
                <a:cs typeface="Raleway"/>
                <a:sym typeface="Raleway"/>
              </a:defRPr>
            </a:lvl1pPr>
            <a:lvl2pPr lvl="1">
              <a:spcBef>
                <a:spcPts val="0"/>
              </a:spcBef>
              <a:spcAft>
                <a:spcPts val="0"/>
              </a:spcAft>
              <a:buClr>
                <a:schemeClr val="lt1"/>
              </a:buClr>
              <a:buSzPts val="1400"/>
              <a:buFont typeface="Raleway"/>
              <a:buNone/>
              <a:defRPr>
                <a:solidFill>
                  <a:schemeClr val="lt1"/>
                </a:solidFill>
                <a:latin typeface="Raleway"/>
                <a:ea typeface="Raleway"/>
                <a:cs typeface="Raleway"/>
                <a:sym typeface="Raleway"/>
              </a:defRPr>
            </a:lvl2pPr>
            <a:lvl3pPr lvl="2">
              <a:spcBef>
                <a:spcPts val="0"/>
              </a:spcBef>
              <a:spcAft>
                <a:spcPts val="0"/>
              </a:spcAft>
              <a:buClr>
                <a:schemeClr val="lt1"/>
              </a:buClr>
              <a:buSzPts val="1400"/>
              <a:buFont typeface="Raleway"/>
              <a:buNone/>
              <a:defRPr>
                <a:solidFill>
                  <a:schemeClr val="lt1"/>
                </a:solidFill>
                <a:latin typeface="Raleway"/>
                <a:ea typeface="Raleway"/>
                <a:cs typeface="Raleway"/>
                <a:sym typeface="Raleway"/>
              </a:defRPr>
            </a:lvl3pPr>
            <a:lvl4pPr lvl="3">
              <a:spcBef>
                <a:spcPts val="0"/>
              </a:spcBef>
              <a:spcAft>
                <a:spcPts val="0"/>
              </a:spcAft>
              <a:buClr>
                <a:schemeClr val="lt1"/>
              </a:buClr>
              <a:buSzPts val="1400"/>
              <a:buFont typeface="Raleway"/>
              <a:buNone/>
              <a:defRPr>
                <a:solidFill>
                  <a:schemeClr val="lt1"/>
                </a:solidFill>
                <a:latin typeface="Raleway"/>
                <a:ea typeface="Raleway"/>
                <a:cs typeface="Raleway"/>
                <a:sym typeface="Raleway"/>
              </a:defRPr>
            </a:lvl4pPr>
            <a:lvl5pPr lvl="4">
              <a:spcBef>
                <a:spcPts val="0"/>
              </a:spcBef>
              <a:spcAft>
                <a:spcPts val="0"/>
              </a:spcAft>
              <a:buClr>
                <a:schemeClr val="lt1"/>
              </a:buClr>
              <a:buSzPts val="1400"/>
              <a:buFont typeface="Raleway"/>
              <a:buNone/>
              <a:defRPr>
                <a:solidFill>
                  <a:schemeClr val="lt1"/>
                </a:solidFill>
                <a:latin typeface="Raleway"/>
                <a:ea typeface="Raleway"/>
                <a:cs typeface="Raleway"/>
                <a:sym typeface="Raleway"/>
              </a:defRPr>
            </a:lvl5pPr>
            <a:lvl6pPr lvl="5">
              <a:spcBef>
                <a:spcPts val="0"/>
              </a:spcBef>
              <a:spcAft>
                <a:spcPts val="0"/>
              </a:spcAft>
              <a:buClr>
                <a:schemeClr val="lt1"/>
              </a:buClr>
              <a:buSzPts val="1400"/>
              <a:buFont typeface="Raleway"/>
              <a:buNone/>
              <a:defRPr>
                <a:solidFill>
                  <a:schemeClr val="lt1"/>
                </a:solidFill>
                <a:latin typeface="Raleway"/>
                <a:ea typeface="Raleway"/>
                <a:cs typeface="Raleway"/>
                <a:sym typeface="Raleway"/>
              </a:defRPr>
            </a:lvl6pPr>
            <a:lvl7pPr lvl="6">
              <a:spcBef>
                <a:spcPts val="0"/>
              </a:spcBef>
              <a:spcAft>
                <a:spcPts val="0"/>
              </a:spcAft>
              <a:buClr>
                <a:schemeClr val="lt1"/>
              </a:buClr>
              <a:buSzPts val="1400"/>
              <a:buFont typeface="Raleway"/>
              <a:buNone/>
              <a:defRPr>
                <a:solidFill>
                  <a:schemeClr val="lt1"/>
                </a:solidFill>
                <a:latin typeface="Raleway"/>
                <a:ea typeface="Raleway"/>
                <a:cs typeface="Raleway"/>
                <a:sym typeface="Raleway"/>
              </a:defRPr>
            </a:lvl7pPr>
            <a:lvl8pPr lvl="7">
              <a:spcBef>
                <a:spcPts val="0"/>
              </a:spcBef>
              <a:spcAft>
                <a:spcPts val="0"/>
              </a:spcAft>
              <a:buClr>
                <a:schemeClr val="lt1"/>
              </a:buClr>
              <a:buSzPts val="1400"/>
              <a:buFont typeface="Raleway"/>
              <a:buNone/>
              <a:defRPr>
                <a:solidFill>
                  <a:schemeClr val="lt1"/>
                </a:solidFill>
                <a:latin typeface="Raleway"/>
                <a:ea typeface="Raleway"/>
                <a:cs typeface="Raleway"/>
                <a:sym typeface="Raleway"/>
              </a:defRPr>
            </a:lvl8pPr>
            <a:lvl9pPr lvl="8">
              <a:spcBef>
                <a:spcPts val="0"/>
              </a:spcBef>
              <a:spcAft>
                <a:spcPts val="0"/>
              </a:spcAft>
              <a:buClr>
                <a:schemeClr val="lt1"/>
              </a:buClr>
              <a:buSzPts val="1400"/>
              <a:buFont typeface="Raleway"/>
              <a:buNone/>
              <a:defRPr>
                <a:solidFill>
                  <a:schemeClr val="lt1"/>
                </a:solidFill>
                <a:latin typeface="Raleway"/>
                <a:ea typeface="Raleway"/>
                <a:cs typeface="Raleway"/>
                <a:sym typeface="Raleway"/>
              </a:defRPr>
            </a:lvl9pPr>
          </a:lstStyle>
          <a:p>
            <a:endParaRPr/>
          </a:p>
        </p:txBody>
      </p:sp>
      <p:sp>
        <p:nvSpPr>
          <p:cNvPr id="56" name="Google Shape;56;p13"/>
          <p:cNvSpPr txBox="1">
            <a:spLocks noGrp="1"/>
          </p:cNvSpPr>
          <p:nvPr>
            <p:ph type="subTitle" idx="2"/>
          </p:nvPr>
        </p:nvSpPr>
        <p:spPr>
          <a:xfrm>
            <a:off x="807375" y="6021067"/>
            <a:ext cx="2547900" cy="795600"/>
          </a:xfrm>
          <a:prstGeom prst="rect">
            <a:avLst/>
          </a:prstGeom>
        </p:spPr>
        <p:txBody>
          <a:bodyPr spcFirstLastPara="1" wrap="square" lIns="91425" tIns="91425" rIns="91425" bIns="91425" anchor="t" anchorCtr="0">
            <a:normAutofit/>
          </a:bodyPr>
          <a:lstStyle>
            <a:lvl1pPr lvl="0">
              <a:spcBef>
                <a:spcPts val="0"/>
              </a:spcBef>
              <a:spcAft>
                <a:spcPts val="0"/>
              </a:spcAft>
              <a:buClr>
                <a:srgbClr val="222230"/>
              </a:buClr>
              <a:buSzPts val="1000"/>
              <a:buFont typeface="Raleway"/>
              <a:buNone/>
              <a:defRPr sz="1000">
                <a:solidFill>
                  <a:srgbClr val="222230"/>
                </a:solidFill>
                <a:latin typeface="Raleway"/>
                <a:ea typeface="Raleway"/>
                <a:cs typeface="Raleway"/>
                <a:sym typeface="Raleway"/>
              </a:defRPr>
            </a:lvl1pPr>
            <a:lvl2pPr lvl="1">
              <a:spcBef>
                <a:spcPts val="0"/>
              </a:spcBef>
              <a:spcAft>
                <a:spcPts val="0"/>
              </a:spcAft>
              <a:buClr>
                <a:srgbClr val="222230"/>
              </a:buClr>
              <a:buSzPts val="600"/>
              <a:buFont typeface="Raleway"/>
              <a:buNone/>
              <a:defRPr sz="600">
                <a:solidFill>
                  <a:srgbClr val="222230"/>
                </a:solidFill>
                <a:latin typeface="Raleway"/>
                <a:ea typeface="Raleway"/>
                <a:cs typeface="Raleway"/>
                <a:sym typeface="Raleway"/>
              </a:defRPr>
            </a:lvl2pPr>
            <a:lvl3pPr lvl="2">
              <a:spcBef>
                <a:spcPts val="0"/>
              </a:spcBef>
              <a:spcAft>
                <a:spcPts val="0"/>
              </a:spcAft>
              <a:buClr>
                <a:srgbClr val="222230"/>
              </a:buClr>
              <a:buSzPts val="600"/>
              <a:buFont typeface="Raleway"/>
              <a:buNone/>
              <a:defRPr sz="600">
                <a:solidFill>
                  <a:srgbClr val="222230"/>
                </a:solidFill>
                <a:latin typeface="Raleway"/>
                <a:ea typeface="Raleway"/>
                <a:cs typeface="Raleway"/>
                <a:sym typeface="Raleway"/>
              </a:defRPr>
            </a:lvl3pPr>
            <a:lvl4pPr lvl="3">
              <a:spcBef>
                <a:spcPts val="0"/>
              </a:spcBef>
              <a:spcAft>
                <a:spcPts val="0"/>
              </a:spcAft>
              <a:buClr>
                <a:srgbClr val="222230"/>
              </a:buClr>
              <a:buSzPts val="600"/>
              <a:buFont typeface="Raleway"/>
              <a:buNone/>
              <a:defRPr sz="600">
                <a:solidFill>
                  <a:srgbClr val="222230"/>
                </a:solidFill>
                <a:latin typeface="Raleway"/>
                <a:ea typeface="Raleway"/>
                <a:cs typeface="Raleway"/>
                <a:sym typeface="Raleway"/>
              </a:defRPr>
            </a:lvl4pPr>
            <a:lvl5pPr lvl="4">
              <a:spcBef>
                <a:spcPts val="0"/>
              </a:spcBef>
              <a:spcAft>
                <a:spcPts val="0"/>
              </a:spcAft>
              <a:buClr>
                <a:srgbClr val="222230"/>
              </a:buClr>
              <a:buSzPts val="600"/>
              <a:buFont typeface="Raleway"/>
              <a:buNone/>
              <a:defRPr sz="600">
                <a:solidFill>
                  <a:srgbClr val="222230"/>
                </a:solidFill>
                <a:latin typeface="Raleway"/>
                <a:ea typeface="Raleway"/>
                <a:cs typeface="Raleway"/>
                <a:sym typeface="Raleway"/>
              </a:defRPr>
            </a:lvl5pPr>
            <a:lvl6pPr lvl="5">
              <a:spcBef>
                <a:spcPts val="0"/>
              </a:spcBef>
              <a:spcAft>
                <a:spcPts val="0"/>
              </a:spcAft>
              <a:buClr>
                <a:srgbClr val="222230"/>
              </a:buClr>
              <a:buSzPts val="600"/>
              <a:buFont typeface="Raleway"/>
              <a:buNone/>
              <a:defRPr sz="600">
                <a:solidFill>
                  <a:srgbClr val="222230"/>
                </a:solidFill>
                <a:latin typeface="Raleway"/>
                <a:ea typeface="Raleway"/>
                <a:cs typeface="Raleway"/>
                <a:sym typeface="Raleway"/>
              </a:defRPr>
            </a:lvl6pPr>
            <a:lvl7pPr lvl="6">
              <a:spcBef>
                <a:spcPts val="0"/>
              </a:spcBef>
              <a:spcAft>
                <a:spcPts val="0"/>
              </a:spcAft>
              <a:buClr>
                <a:srgbClr val="222230"/>
              </a:buClr>
              <a:buSzPts val="600"/>
              <a:buFont typeface="Raleway"/>
              <a:buNone/>
              <a:defRPr sz="600">
                <a:solidFill>
                  <a:srgbClr val="222230"/>
                </a:solidFill>
                <a:latin typeface="Raleway"/>
                <a:ea typeface="Raleway"/>
                <a:cs typeface="Raleway"/>
                <a:sym typeface="Raleway"/>
              </a:defRPr>
            </a:lvl7pPr>
            <a:lvl8pPr lvl="7">
              <a:spcBef>
                <a:spcPts val="0"/>
              </a:spcBef>
              <a:spcAft>
                <a:spcPts val="0"/>
              </a:spcAft>
              <a:buClr>
                <a:srgbClr val="222230"/>
              </a:buClr>
              <a:buSzPts val="600"/>
              <a:buFont typeface="Raleway"/>
              <a:buNone/>
              <a:defRPr sz="600">
                <a:solidFill>
                  <a:srgbClr val="222230"/>
                </a:solidFill>
                <a:latin typeface="Raleway"/>
                <a:ea typeface="Raleway"/>
                <a:cs typeface="Raleway"/>
                <a:sym typeface="Raleway"/>
              </a:defRPr>
            </a:lvl8pPr>
            <a:lvl9pPr lvl="8">
              <a:spcBef>
                <a:spcPts val="0"/>
              </a:spcBef>
              <a:spcAft>
                <a:spcPts val="0"/>
              </a:spcAft>
              <a:buClr>
                <a:srgbClr val="222230"/>
              </a:buClr>
              <a:buSzPts val="600"/>
              <a:buFont typeface="Raleway"/>
              <a:buNone/>
              <a:defRPr sz="600">
                <a:solidFill>
                  <a:srgbClr val="222230"/>
                </a:solidFill>
                <a:latin typeface="Raleway"/>
                <a:ea typeface="Raleway"/>
                <a:cs typeface="Raleway"/>
                <a:sym typeface="Raleway"/>
              </a:defRPr>
            </a:lvl9pPr>
          </a:lstStyle>
          <a:p>
            <a:endParaRPr/>
          </a:p>
        </p:txBody>
      </p:sp>
      <p:sp>
        <p:nvSpPr>
          <p:cNvPr id="57" name="Google Shape;57;p13"/>
          <p:cNvSpPr txBox="1">
            <a:spLocks noGrp="1"/>
          </p:cNvSpPr>
          <p:nvPr>
            <p:ph type="subTitle" idx="3"/>
          </p:nvPr>
        </p:nvSpPr>
        <p:spPr>
          <a:xfrm>
            <a:off x="6788251" y="333567"/>
            <a:ext cx="2143800" cy="14360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1200"/>
              <a:buFont typeface="Raleway"/>
              <a:buNone/>
              <a:defRPr sz="1200">
                <a:solidFill>
                  <a:schemeClr val="lt1"/>
                </a:solidFill>
                <a:latin typeface="Raleway"/>
                <a:ea typeface="Raleway"/>
                <a:cs typeface="Raleway"/>
                <a:sym typeface="Raleway"/>
              </a:defRPr>
            </a:lvl1pPr>
            <a:lvl2pPr lvl="1">
              <a:spcBef>
                <a:spcPts val="0"/>
              </a:spcBef>
              <a:spcAft>
                <a:spcPts val="0"/>
              </a:spcAft>
              <a:buClr>
                <a:schemeClr val="lt1"/>
              </a:buClr>
              <a:buSzPts val="800"/>
              <a:buFont typeface="Raleway"/>
              <a:buNone/>
              <a:defRPr sz="800">
                <a:solidFill>
                  <a:schemeClr val="lt1"/>
                </a:solidFill>
                <a:latin typeface="Raleway"/>
                <a:ea typeface="Raleway"/>
                <a:cs typeface="Raleway"/>
                <a:sym typeface="Raleway"/>
              </a:defRPr>
            </a:lvl2pPr>
            <a:lvl3pPr lvl="2">
              <a:spcBef>
                <a:spcPts val="0"/>
              </a:spcBef>
              <a:spcAft>
                <a:spcPts val="0"/>
              </a:spcAft>
              <a:buClr>
                <a:schemeClr val="lt1"/>
              </a:buClr>
              <a:buSzPts val="800"/>
              <a:buFont typeface="Raleway"/>
              <a:buNone/>
              <a:defRPr sz="800">
                <a:solidFill>
                  <a:schemeClr val="lt1"/>
                </a:solidFill>
                <a:latin typeface="Raleway"/>
                <a:ea typeface="Raleway"/>
                <a:cs typeface="Raleway"/>
                <a:sym typeface="Raleway"/>
              </a:defRPr>
            </a:lvl3pPr>
            <a:lvl4pPr lvl="3">
              <a:spcBef>
                <a:spcPts val="0"/>
              </a:spcBef>
              <a:spcAft>
                <a:spcPts val="0"/>
              </a:spcAft>
              <a:buClr>
                <a:schemeClr val="lt1"/>
              </a:buClr>
              <a:buSzPts val="800"/>
              <a:buFont typeface="Raleway"/>
              <a:buNone/>
              <a:defRPr sz="800">
                <a:solidFill>
                  <a:schemeClr val="lt1"/>
                </a:solidFill>
                <a:latin typeface="Raleway"/>
                <a:ea typeface="Raleway"/>
                <a:cs typeface="Raleway"/>
                <a:sym typeface="Raleway"/>
              </a:defRPr>
            </a:lvl4pPr>
            <a:lvl5pPr lvl="4">
              <a:spcBef>
                <a:spcPts val="0"/>
              </a:spcBef>
              <a:spcAft>
                <a:spcPts val="0"/>
              </a:spcAft>
              <a:buClr>
                <a:schemeClr val="lt1"/>
              </a:buClr>
              <a:buSzPts val="800"/>
              <a:buFont typeface="Raleway"/>
              <a:buNone/>
              <a:defRPr sz="800">
                <a:solidFill>
                  <a:schemeClr val="lt1"/>
                </a:solidFill>
                <a:latin typeface="Raleway"/>
                <a:ea typeface="Raleway"/>
                <a:cs typeface="Raleway"/>
                <a:sym typeface="Raleway"/>
              </a:defRPr>
            </a:lvl5pPr>
            <a:lvl6pPr lvl="5">
              <a:spcBef>
                <a:spcPts val="0"/>
              </a:spcBef>
              <a:spcAft>
                <a:spcPts val="0"/>
              </a:spcAft>
              <a:buClr>
                <a:schemeClr val="lt1"/>
              </a:buClr>
              <a:buSzPts val="800"/>
              <a:buFont typeface="Raleway"/>
              <a:buNone/>
              <a:defRPr sz="800">
                <a:solidFill>
                  <a:schemeClr val="lt1"/>
                </a:solidFill>
                <a:latin typeface="Raleway"/>
                <a:ea typeface="Raleway"/>
                <a:cs typeface="Raleway"/>
                <a:sym typeface="Raleway"/>
              </a:defRPr>
            </a:lvl6pPr>
            <a:lvl7pPr lvl="6">
              <a:spcBef>
                <a:spcPts val="0"/>
              </a:spcBef>
              <a:spcAft>
                <a:spcPts val="0"/>
              </a:spcAft>
              <a:buClr>
                <a:schemeClr val="lt1"/>
              </a:buClr>
              <a:buSzPts val="800"/>
              <a:buFont typeface="Raleway"/>
              <a:buNone/>
              <a:defRPr sz="800">
                <a:solidFill>
                  <a:schemeClr val="lt1"/>
                </a:solidFill>
                <a:latin typeface="Raleway"/>
                <a:ea typeface="Raleway"/>
                <a:cs typeface="Raleway"/>
                <a:sym typeface="Raleway"/>
              </a:defRPr>
            </a:lvl7pPr>
            <a:lvl8pPr lvl="7">
              <a:spcBef>
                <a:spcPts val="0"/>
              </a:spcBef>
              <a:spcAft>
                <a:spcPts val="0"/>
              </a:spcAft>
              <a:buClr>
                <a:schemeClr val="lt1"/>
              </a:buClr>
              <a:buSzPts val="800"/>
              <a:buFont typeface="Raleway"/>
              <a:buNone/>
              <a:defRPr sz="800">
                <a:solidFill>
                  <a:schemeClr val="lt1"/>
                </a:solidFill>
                <a:latin typeface="Raleway"/>
                <a:ea typeface="Raleway"/>
                <a:cs typeface="Raleway"/>
                <a:sym typeface="Raleway"/>
              </a:defRPr>
            </a:lvl8pPr>
            <a:lvl9pPr lvl="8">
              <a:spcBef>
                <a:spcPts val="0"/>
              </a:spcBef>
              <a:spcAft>
                <a:spcPts val="0"/>
              </a:spcAft>
              <a:buClr>
                <a:schemeClr val="lt1"/>
              </a:buClr>
              <a:buSzPts val="800"/>
              <a:buFont typeface="Raleway"/>
              <a:buNone/>
              <a:defRPr sz="800">
                <a:solidFill>
                  <a:schemeClr val="lt1"/>
                </a:solidFill>
                <a:latin typeface="Raleway"/>
                <a:ea typeface="Raleway"/>
                <a:cs typeface="Raleway"/>
                <a:sym typeface="Raleway"/>
              </a:defRPr>
            </a:lvl9pPr>
          </a:lstStyle>
          <a:p>
            <a:endParaRPr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matchingName="51_Custom Layout">
  <p:cSld name="51_Custom Layout">
    <p:spTree>
      <p:nvGrpSpPr>
        <p:cNvPr id="1" name="Shape 58"/>
        <p:cNvGrpSpPr/>
        <p:nvPr/>
      </p:nvGrpSpPr>
      <p:grpSpPr>
        <a:xfrm>
          <a:off x="0" y="0"/>
          <a:ext cx="0" cy="0"/>
          <a:chOff x="0" y="0"/>
          <a:chExt cx="0" cy="0"/>
        </a:xfrm>
      </p:grpSpPr>
      <p:sp>
        <p:nvSpPr>
          <p:cNvPr id="59" name="Google Shape;59;p14"/>
          <p:cNvSpPr/>
          <p:nvPr/>
        </p:nvSpPr>
        <p:spPr>
          <a:xfrm>
            <a:off x="0" y="0"/>
            <a:ext cx="9144000" cy="6858000"/>
          </a:xfrm>
          <a:prstGeom prst="rect">
            <a:avLst/>
          </a:prstGeom>
          <a:solidFill>
            <a:schemeClr val="lt1"/>
          </a:solidFill>
          <a:ln>
            <a:noFill/>
          </a:ln>
        </p:spPr>
        <p:txBody>
          <a:bodyPr spcFirstLastPara="1" wrap="square" lIns="34275" tIns="17150" rIns="34275" bIns="17150" anchor="ctr" anchorCtr="0">
            <a:noAutofit/>
          </a:bodyPr>
          <a:lstStyle/>
          <a:p>
            <a:pPr marL="0" marR="0" lvl="0" indent="0" algn="ctr" rtl="0">
              <a:spcBef>
                <a:spcPts val="0"/>
              </a:spcBef>
              <a:spcAft>
                <a:spcPts val="0"/>
              </a:spcAft>
              <a:buNone/>
            </a:pPr>
            <a:endParaRPr sz="700">
              <a:solidFill>
                <a:schemeClr val="dk1"/>
              </a:solidFill>
              <a:latin typeface="Inter Tight"/>
              <a:ea typeface="Inter Tight"/>
              <a:cs typeface="Inter Tight"/>
              <a:sym typeface="Inter Tight"/>
            </a:endParaRPr>
          </a:p>
        </p:txBody>
      </p:sp>
      <p:pic>
        <p:nvPicPr>
          <p:cNvPr id="61" name="Google Shape;61;p14"/>
          <p:cNvPicPr preferRelativeResize="0"/>
          <p:nvPr/>
        </p:nvPicPr>
        <p:blipFill>
          <a:blip r:embed="rId2">
            <a:alphaModFix/>
          </a:blip>
          <a:stretch>
            <a:fillRect/>
          </a:stretch>
        </p:blipFill>
        <p:spPr>
          <a:xfrm>
            <a:off x="248709" y="2"/>
            <a:ext cx="1544827" cy="2059769"/>
          </a:xfrm>
          <a:prstGeom prst="rect">
            <a:avLst/>
          </a:prstGeom>
          <a:noFill/>
          <a:ln>
            <a:noFill/>
          </a:ln>
        </p:spPr>
      </p:pic>
      <p:sp>
        <p:nvSpPr>
          <p:cNvPr id="62" name="Google Shape;62;p14"/>
          <p:cNvSpPr txBox="1">
            <a:spLocks noGrp="1"/>
          </p:cNvSpPr>
          <p:nvPr>
            <p:ph type="title"/>
          </p:nvPr>
        </p:nvSpPr>
        <p:spPr>
          <a:xfrm>
            <a:off x="513526" y="2103133"/>
            <a:ext cx="3942300" cy="2226000"/>
          </a:xfrm>
          <a:prstGeom prst="rect">
            <a:avLst/>
          </a:prstGeom>
        </p:spPr>
        <p:txBody>
          <a:bodyPr spcFirstLastPara="1" wrap="square" lIns="91425" tIns="91425" rIns="91425" bIns="91425" anchor="t" anchorCtr="0">
            <a:normAutofit/>
          </a:bodyPr>
          <a:lstStyle>
            <a:lvl1pPr lvl="0">
              <a:spcBef>
                <a:spcPts val="0"/>
              </a:spcBef>
              <a:spcAft>
                <a:spcPts val="0"/>
              </a:spcAft>
              <a:buClr>
                <a:srgbClr val="222230"/>
              </a:buClr>
              <a:buSzPts val="3200"/>
              <a:buFont typeface="Raleway"/>
              <a:buNone/>
              <a:defRPr sz="3200" b="1">
                <a:solidFill>
                  <a:srgbClr val="222230"/>
                </a:solidFill>
                <a:latin typeface="Raleway"/>
                <a:ea typeface="Raleway"/>
                <a:cs typeface="Raleway"/>
                <a:sym typeface="Raleway"/>
              </a:defRPr>
            </a:lvl1pPr>
            <a:lvl2pPr lvl="1">
              <a:spcBef>
                <a:spcPts val="0"/>
              </a:spcBef>
              <a:spcAft>
                <a:spcPts val="0"/>
              </a:spcAft>
              <a:buClr>
                <a:srgbClr val="222230"/>
              </a:buClr>
              <a:buSzPts val="3000"/>
              <a:buFont typeface="Raleway"/>
              <a:buNone/>
              <a:defRPr sz="3000" b="1">
                <a:solidFill>
                  <a:srgbClr val="222230"/>
                </a:solidFill>
                <a:latin typeface="Raleway"/>
                <a:ea typeface="Raleway"/>
                <a:cs typeface="Raleway"/>
                <a:sym typeface="Raleway"/>
              </a:defRPr>
            </a:lvl2pPr>
            <a:lvl3pPr lvl="2">
              <a:spcBef>
                <a:spcPts val="0"/>
              </a:spcBef>
              <a:spcAft>
                <a:spcPts val="0"/>
              </a:spcAft>
              <a:buClr>
                <a:srgbClr val="222230"/>
              </a:buClr>
              <a:buSzPts val="3000"/>
              <a:buFont typeface="Raleway"/>
              <a:buNone/>
              <a:defRPr sz="3000" b="1">
                <a:solidFill>
                  <a:srgbClr val="222230"/>
                </a:solidFill>
                <a:latin typeface="Raleway"/>
                <a:ea typeface="Raleway"/>
                <a:cs typeface="Raleway"/>
                <a:sym typeface="Raleway"/>
              </a:defRPr>
            </a:lvl3pPr>
            <a:lvl4pPr lvl="3">
              <a:spcBef>
                <a:spcPts val="0"/>
              </a:spcBef>
              <a:spcAft>
                <a:spcPts val="0"/>
              </a:spcAft>
              <a:buClr>
                <a:srgbClr val="222230"/>
              </a:buClr>
              <a:buSzPts val="3000"/>
              <a:buFont typeface="Raleway"/>
              <a:buNone/>
              <a:defRPr sz="3000" b="1">
                <a:solidFill>
                  <a:srgbClr val="222230"/>
                </a:solidFill>
                <a:latin typeface="Raleway"/>
                <a:ea typeface="Raleway"/>
                <a:cs typeface="Raleway"/>
                <a:sym typeface="Raleway"/>
              </a:defRPr>
            </a:lvl4pPr>
            <a:lvl5pPr lvl="4">
              <a:spcBef>
                <a:spcPts val="0"/>
              </a:spcBef>
              <a:spcAft>
                <a:spcPts val="0"/>
              </a:spcAft>
              <a:buClr>
                <a:srgbClr val="222230"/>
              </a:buClr>
              <a:buSzPts val="3000"/>
              <a:buFont typeface="Raleway"/>
              <a:buNone/>
              <a:defRPr sz="3000" b="1">
                <a:solidFill>
                  <a:srgbClr val="222230"/>
                </a:solidFill>
                <a:latin typeface="Raleway"/>
                <a:ea typeface="Raleway"/>
                <a:cs typeface="Raleway"/>
                <a:sym typeface="Raleway"/>
              </a:defRPr>
            </a:lvl5pPr>
            <a:lvl6pPr lvl="5">
              <a:spcBef>
                <a:spcPts val="0"/>
              </a:spcBef>
              <a:spcAft>
                <a:spcPts val="0"/>
              </a:spcAft>
              <a:buClr>
                <a:srgbClr val="222230"/>
              </a:buClr>
              <a:buSzPts val="3000"/>
              <a:buFont typeface="Raleway"/>
              <a:buNone/>
              <a:defRPr sz="3000" b="1">
                <a:solidFill>
                  <a:srgbClr val="222230"/>
                </a:solidFill>
                <a:latin typeface="Raleway"/>
                <a:ea typeface="Raleway"/>
                <a:cs typeface="Raleway"/>
                <a:sym typeface="Raleway"/>
              </a:defRPr>
            </a:lvl6pPr>
            <a:lvl7pPr lvl="6">
              <a:spcBef>
                <a:spcPts val="0"/>
              </a:spcBef>
              <a:spcAft>
                <a:spcPts val="0"/>
              </a:spcAft>
              <a:buClr>
                <a:srgbClr val="222230"/>
              </a:buClr>
              <a:buSzPts val="3000"/>
              <a:buFont typeface="Raleway"/>
              <a:buNone/>
              <a:defRPr sz="3000" b="1">
                <a:solidFill>
                  <a:srgbClr val="222230"/>
                </a:solidFill>
                <a:latin typeface="Raleway"/>
                <a:ea typeface="Raleway"/>
                <a:cs typeface="Raleway"/>
                <a:sym typeface="Raleway"/>
              </a:defRPr>
            </a:lvl7pPr>
            <a:lvl8pPr lvl="7">
              <a:spcBef>
                <a:spcPts val="0"/>
              </a:spcBef>
              <a:spcAft>
                <a:spcPts val="0"/>
              </a:spcAft>
              <a:buClr>
                <a:srgbClr val="222230"/>
              </a:buClr>
              <a:buSzPts val="3000"/>
              <a:buFont typeface="Raleway"/>
              <a:buNone/>
              <a:defRPr sz="3000" b="1">
                <a:solidFill>
                  <a:srgbClr val="222230"/>
                </a:solidFill>
                <a:latin typeface="Raleway"/>
                <a:ea typeface="Raleway"/>
                <a:cs typeface="Raleway"/>
                <a:sym typeface="Raleway"/>
              </a:defRPr>
            </a:lvl8pPr>
            <a:lvl9pPr lvl="8">
              <a:spcBef>
                <a:spcPts val="0"/>
              </a:spcBef>
              <a:spcAft>
                <a:spcPts val="0"/>
              </a:spcAft>
              <a:buClr>
                <a:srgbClr val="222230"/>
              </a:buClr>
              <a:buSzPts val="3000"/>
              <a:buFont typeface="Raleway"/>
              <a:buNone/>
              <a:defRPr sz="3000" b="1">
                <a:solidFill>
                  <a:srgbClr val="222230"/>
                </a:solidFill>
                <a:latin typeface="Raleway"/>
                <a:ea typeface="Raleway"/>
                <a:cs typeface="Raleway"/>
                <a:sym typeface="Raleway"/>
              </a:defRPr>
            </a:lvl9pPr>
          </a:lstStyle>
          <a:p>
            <a:endParaRPr/>
          </a:p>
        </p:txBody>
      </p:sp>
      <p:sp>
        <p:nvSpPr>
          <p:cNvPr id="63" name="Google Shape;63;p14"/>
          <p:cNvSpPr txBox="1">
            <a:spLocks noGrp="1"/>
          </p:cNvSpPr>
          <p:nvPr>
            <p:ph type="subTitle" idx="1"/>
          </p:nvPr>
        </p:nvSpPr>
        <p:spPr>
          <a:xfrm>
            <a:off x="562875" y="4372500"/>
            <a:ext cx="3843600" cy="1436000"/>
          </a:xfrm>
          <a:prstGeom prst="rect">
            <a:avLst/>
          </a:prstGeom>
        </p:spPr>
        <p:txBody>
          <a:bodyPr spcFirstLastPara="1" wrap="square" lIns="91425" tIns="91425" rIns="91425" bIns="91425" anchor="t" anchorCtr="0">
            <a:normAutofit/>
          </a:bodyPr>
          <a:lstStyle>
            <a:lvl1pPr lvl="0">
              <a:spcBef>
                <a:spcPts val="0"/>
              </a:spcBef>
              <a:spcAft>
                <a:spcPts val="0"/>
              </a:spcAft>
              <a:buClr>
                <a:srgbClr val="222230"/>
              </a:buClr>
              <a:buSzPts val="1800"/>
              <a:buFont typeface="Raleway"/>
              <a:buNone/>
              <a:defRPr>
                <a:solidFill>
                  <a:srgbClr val="222230"/>
                </a:solidFill>
                <a:latin typeface="Raleway"/>
                <a:ea typeface="Raleway"/>
                <a:cs typeface="Raleway"/>
                <a:sym typeface="Raleway"/>
              </a:defRPr>
            </a:lvl1pPr>
            <a:lvl2pPr lvl="1">
              <a:spcBef>
                <a:spcPts val="0"/>
              </a:spcBef>
              <a:spcAft>
                <a:spcPts val="0"/>
              </a:spcAft>
              <a:buClr>
                <a:srgbClr val="222230"/>
              </a:buClr>
              <a:buSzPts val="1400"/>
              <a:buFont typeface="Raleway"/>
              <a:buNone/>
              <a:defRPr>
                <a:solidFill>
                  <a:srgbClr val="222230"/>
                </a:solidFill>
                <a:latin typeface="Raleway"/>
                <a:ea typeface="Raleway"/>
                <a:cs typeface="Raleway"/>
                <a:sym typeface="Raleway"/>
              </a:defRPr>
            </a:lvl2pPr>
            <a:lvl3pPr lvl="2">
              <a:spcBef>
                <a:spcPts val="0"/>
              </a:spcBef>
              <a:spcAft>
                <a:spcPts val="0"/>
              </a:spcAft>
              <a:buClr>
                <a:srgbClr val="222230"/>
              </a:buClr>
              <a:buSzPts val="1400"/>
              <a:buFont typeface="Raleway"/>
              <a:buNone/>
              <a:defRPr>
                <a:solidFill>
                  <a:srgbClr val="222230"/>
                </a:solidFill>
                <a:latin typeface="Raleway"/>
                <a:ea typeface="Raleway"/>
                <a:cs typeface="Raleway"/>
                <a:sym typeface="Raleway"/>
              </a:defRPr>
            </a:lvl3pPr>
            <a:lvl4pPr lvl="3">
              <a:spcBef>
                <a:spcPts val="0"/>
              </a:spcBef>
              <a:spcAft>
                <a:spcPts val="0"/>
              </a:spcAft>
              <a:buClr>
                <a:srgbClr val="222230"/>
              </a:buClr>
              <a:buSzPts val="1400"/>
              <a:buFont typeface="Raleway"/>
              <a:buNone/>
              <a:defRPr>
                <a:solidFill>
                  <a:srgbClr val="222230"/>
                </a:solidFill>
                <a:latin typeface="Raleway"/>
                <a:ea typeface="Raleway"/>
                <a:cs typeface="Raleway"/>
                <a:sym typeface="Raleway"/>
              </a:defRPr>
            </a:lvl4pPr>
            <a:lvl5pPr lvl="4">
              <a:spcBef>
                <a:spcPts val="0"/>
              </a:spcBef>
              <a:spcAft>
                <a:spcPts val="0"/>
              </a:spcAft>
              <a:buClr>
                <a:srgbClr val="222230"/>
              </a:buClr>
              <a:buSzPts val="1400"/>
              <a:buFont typeface="Raleway"/>
              <a:buNone/>
              <a:defRPr>
                <a:solidFill>
                  <a:srgbClr val="222230"/>
                </a:solidFill>
                <a:latin typeface="Raleway"/>
                <a:ea typeface="Raleway"/>
                <a:cs typeface="Raleway"/>
                <a:sym typeface="Raleway"/>
              </a:defRPr>
            </a:lvl5pPr>
            <a:lvl6pPr lvl="5">
              <a:spcBef>
                <a:spcPts val="0"/>
              </a:spcBef>
              <a:spcAft>
                <a:spcPts val="0"/>
              </a:spcAft>
              <a:buClr>
                <a:srgbClr val="222230"/>
              </a:buClr>
              <a:buSzPts val="1400"/>
              <a:buFont typeface="Raleway"/>
              <a:buNone/>
              <a:defRPr>
                <a:solidFill>
                  <a:srgbClr val="222230"/>
                </a:solidFill>
                <a:latin typeface="Raleway"/>
                <a:ea typeface="Raleway"/>
                <a:cs typeface="Raleway"/>
                <a:sym typeface="Raleway"/>
              </a:defRPr>
            </a:lvl6pPr>
            <a:lvl7pPr lvl="6">
              <a:spcBef>
                <a:spcPts val="0"/>
              </a:spcBef>
              <a:spcAft>
                <a:spcPts val="0"/>
              </a:spcAft>
              <a:buClr>
                <a:srgbClr val="222230"/>
              </a:buClr>
              <a:buSzPts val="1400"/>
              <a:buFont typeface="Raleway"/>
              <a:buNone/>
              <a:defRPr>
                <a:solidFill>
                  <a:srgbClr val="222230"/>
                </a:solidFill>
                <a:latin typeface="Raleway"/>
                <a:ea typeface="Raleway"/>
                <a:cs typeface="Raleway"/>
                <a:sym typeface="Raleway"/>
              </a:defRPr>
            </a:lvl7pPr>
            <a:lvl8pPr lvl="7">
              <a:spcBef>
                <a:spcPts val="0"/>
              </a:spcBef>
              <a:spcAft>
                <a:spcPts val="0"/>
              </a:spcAft>
              <a:buClr>
                <a:srgbClr val="222230"/>
              </a:buClr>
              <a:buSzPts val="1400"/>
              <a:buFont typeface="Raleway"/>
              <a:buNone/>
              <a:defRPr>
                <a:solidFill>
                  <a:srgbClr val="222230"/>
                </a:solidFill>
                <a:latin typeface="Raleway"/>
                <a:ea typeface="Raleway"/>
                <a:cs typeface="Raleway"/>
                <a:sym typeface="Raleway"/>
              </a:defRPr>
            </a:lvl8pPr>
            <a:lvl9pPr lvl="8">
              <a:spcBef>
                <a:spcPts val="0"/>
              </a:spcBef>
              <a:spcAft>
                <a:spcPts val="0"/>
              </a:spcAft>
              <a:buClr>
                <a:srgbClr val="222230"/>
              </a:buClr>
              <a:buSzPts val="1400"/>
              <a:buFont typeface="Raleway"/>
              <a:buNone/>
              <a:defRPr>
                <a:solidFill>
                  <a:srgbClr val="222230"/>
                </a:solidFill>
                <a:latin typeface="Raleway"/>
                <a:ea typeface="Raleway"/>
                <a:cs typeface="Raleway"/>
                <a:sym typeface="Raleway"/>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_AND_BODY_3">
  <p:cSld name="TITLE_AND_BODY_3">
    <p:spTree>
      <p:nvGrpSpPr>
        <p:cNvPr id="1" name="Shape 144"/>
        <p:cNvGrpSpPr/>
        <p:nvPr/>
      </p:nvGrpSpPr>
      <p:grpSpPr>
        <a:xfrm>
          <a:off x="0" y="0"/>
          <a:ext cx="0" cy="0"/>
          <a:chOff x="0" y="0"/>
          <a:chExt cx="0" cy="0"/>
        </a:xfrm>
      </p:grpSpPr>
      <p:sp>
        <p:nvSpPr>
          <p:cNvPr id="145" name="Google Shape;145;p33"/>
          <p:cNvSpPr txBox="1">
            <a:spLocks noGrp="1"/>
          </p:cNvSpPr>
          <p:nvPr>
            <p:ph type="title"/>
          </p:nvPr>
        </p:nvSpPr>
        <p:spPr>
          <a:xfrm>
            <a:off x="616500" y="593367"/>
            <a:ext cx="8520600" cy="763600"/>
          </a:xfrm>
          <a:prstGeom prst="rect">
            <a:avLst/>
          </a:prstGeom>
        </p:spPr>
        <p:txBody>
          <a:bodyPr spcFirstLastPara="1" wrap="square" lIns="19050" tIns="19050" rIns="19050" bIns="19050" anchor="ctr" anchorCtr="0">
            <a:noAutofit/>
          </a:bodyPr>
          <a:lstStyle>
            <a:lvl1pPr lvl="0" rtl="0">
              <a:spcBef>
                <a:spcPts val="0"/>
              </a:spcBef>
              <a:spcAft>
                <a:spcPts val="0"/>
              </a:spcAft>
              <a:buSzPts val="2300"/>
              <a:buNone/>
              <a:defRPr sz="2300"/>
            </a:lvl1pPr>
            <a:lvl2pPr lvl="1" rtl="0">
              <a:spcBef>
                <a:spcPts val="0"/>
              </a:spcBef>
              <a:spcAft>
                <a:spcPts val="0"/>
              </a:spcAft>
              <a:buSzPts val="2300"/>
              <a:buNone/>
              <a:defRPr sz="2300"/>
            </a:lvl2pPr>
            <a:lvl3pPr lvl="2" rtl="0">
              <a:spcBef>
                <a:spcPts val="0"/>
              </a:spcBef>
              <a:spcAft>
                <a:spcPts val="0"/>
              </a:spcAft>
              <a:buSzPts val="2300"/>
              <a:buNone/>
              <a:defRPr sz="2300"/>
            </a:lvl3pPr>
            <a:lvl4pPr lvl="3" rtl="0">
              <a:spcBef>
                <a:spcPts val="0"/>
              </a:spcBef>
              <a:spcAft>
                <a:spcPts val="0"/>
              </a:spcAft>
              <a:buSzPts val="2300"/>
              <a:buNone/>
              <a:defRPr sz="2300"/>
            </a:lvl4pPr>
            <a:lvl5pPr lvl="4" rtl="0">
              <a:spcBef>
                <a:spcPts val="0"/>
              </a:spcBef>
              <a:spcAft>
                <a:spcPts val="0"/>
              </a:spcAft>
              <a:buSzPts val="2300"/>
              <a:buNone/>
              <a:defRPr sz="2300"/>
            </a:lvl5pPr>
            <a:lvl6pPr lvl="5" rtl="0">
              <a:spcBef>
                <a:spcPts val="0"/>
              </a:spcBef>
              <a:spcAft>
                <a:spcPts val="0"/>
              </a:spcAft>
              <a:buSzPts val="2300"/>
              <a:buNone/>
              <a:defRPr sz="2300"/>
            </a:lvl6pPr>
            <a:lvl7pPr lvl="6" rtl="0">
              <a:spcBef>
                <a:spcPts val="0"/>
              </a:spcBef>
              <a:spcAft>
                <a:spcPts val="0"/>
              </a:spcAft>
              <a:buSzPts val="2300"/>
              <a:buNone/>
              <a:defRPr sz="2300"/>
            </a:lvl7pPr>
            <a:lvl8pPr lvl="7" rtl="0">
              <a:spcBef>
                <a:spcPts val="0"/>
              </a:spcBef>
              <a:spcAft>
                <a:spcPts val="0"/>
              </a:spcAft>
              <a:buSzPts val="2300"/>
              <a:buNone/>
              <a:defRPr sz="2300"/>
            </a:lvl8pPr>
            <a:lvl9pPr lvl="8" rtl="0">
              <a:spcBef>
                <a:spcPts val="0"/>
              </a:spcBef>
              <a:spcAft>
                <a:spcPts val="0"/>
              </a:spcAft>
              <a:buSzPts val="2300"/>
              <a:buNone/>
              <a:defRPr sz="2300"/>
            </a:lvl9pPr>
          </a:lstStyle>
          <a:p>
            <a:endParaRPr/>
          </a:p>
        </p:txBody>
      </p:sp>
      <p:sp>
        <p:nvSpPr>
          <p:cNvPr id="146" name="Google Shape;146;p33"/>
          <p:cNvSpPr txBox="1">
            <a:spLocks noGrp="1"/>
          </p:cNvSpPr>
          <p:nvPr>
            <p:ph type="body" idx="1"/>
          </p:nvPr>
        </p:nvSpPr>
        <p:spPr>
          <a:xfrm>
            <a:off x="616500" y="1536633"/>
            <a:ext cx="8215800" cy="4555200"/>
          </a:xfrm>
          <a:prstGeom prst="rect">
            <a:avLst/>
          </a:prstGeom>
        </p:spPr>
        <p:txBody>
          <a:bodyPr spcFirstLastPara="1" wrap="square" lIns="19050" tIns="19050" rIns="19050" bIns="19050" anchor="ctr" anchorCtr="0">
            <a:noAutofit/>
          </a:bodyPr>
          <a:lstStyle>
            <a:lvl1pPr marL="457200" lvl="0" indent="-317500" rtl="0">
              <a:spcBef>
                <a:spcPts val="2200"/>
              </a:spcBef>
              <a:spcAft>
                <a:spcPts val="0"/>
              </a:spcAft>
              <a:buSzPts val="1400"/>
              <a:buChar char="•"/>
              <a:defRPr/>
            </a:lvl1pPr>
            <a:lvl2pPr marL="914400" lvl="1" indent="-317500" rtl="0">
              <a:spcBef>
                <a:spcPts val="2200"/>
              </a:spcBef>
              <a:spcAft>
                <a:spcPts val="0"/>
              </a:spcAft>
              <a:buSzPts val="1400"/>
              <a:buChar char="•"/>
              <a:defRPr/>
            </a:lvl2pPr>
            <a:lvl3pPr marL="1371600" lvl="2" indent="-317500" rtl="0">
              <a:spcBef>
                <a:spcPts val="2200"/>
              </a:spcBef>
              <a:spcAft>
                <a:spcPts val="0"/>
              </a:spcAft>
              <a:buSzPts val="1400"/>
              <a:buChar char="•"/>
              <a:defRPr/>
            </a:lvl3pPr>
            <a:lvl4pPr marL="1828800" lvl="3" indent="-317500" rtl="0">
              <a:spcBef>
                <a:spcPts val="2200"/>
              </a:spcBef>
              <a:spcAft>
                <a:spcPts val="0"/>
              </a:spcAft>
              <a:buSzPts val="1400"/>
              <a:buChar char="•"/>
              <a:defRPr/>
            </a:lvl4pPr>
            <a:lvl5pPr marL="2286000" lvl="4" indent="-317500" rtl="0">
              <a:spcBef>
                <a:spcPts val="2200"/>
              </a:spcBef>
              <a:spcAft>
                <a:spcPts val="0"/>
              </a:spcAft>
              <a:buSzPts val="1400"/>
              <a:buChar char="•"/>
              <a:defRPr/>
            </a:lvl5pPr>
            <a:lvl6pPr marL="2743200" lvl="5" indent="-374650" rtl="0">
              <a:spcBef>
                <a:spcPts val="2200"/>
              </a:spcBef>
              <a:spcAft>
                <a:spcPts val="0"/>
              </a:spcAft>
              <a:buSzPts val="2300"/>
              <a:buChar char="•"/>
              <a:defRPr/>
            </a:lvl6pPr>
            <a:lvl7pPr marL="3200400" lvl="6" indent="-374650" rtl="0">
              <a:spcBef>
                <a:spcPts val="2200"/>
              </a:spcBef>
              <a:spcAft>
                <a:spcPts val="0"/>
              </a:spcAft>
              <a:buSzPts val="2300"/>
              <a:buChar char="•"/>
              <a:defRPr/>
            </a:lvl7pPr>
            <a:lvl8pPr marL="3657600" lvl="7" indent="-374650" rtl="0">
              <a:spcBef>
                <a:spcPts val="2200"/>
              </a:spcBef>
              <a:spcAft>
                <a:spcPts val="0"/>
              </a:spcAft>
              <a:buSzPts val="2300"/>
              <a:buChar char="•"/>
              <a:defRPr/>
            </a:lvl8pPr>
            <a:lvl9pPr marL="4114800" lvl="8" indent="-374650" rtl="0">
              <a:spcBef>
                <a:spcPts val="2200"/>
              </a:spcBef>
              <a:spcAft>
                <a:spcPts val="0"/>
              </a:spcAft>
              <a:buSzPts val="2300"/>
              <a:buChar char="•"/>
              <a:defRPr/>
            </a:lvl9pPr>
          </a:lstStyle>
          <a:p>
            <a:endParaRPr/>
          </a:p>
        </p:txBody>
      </p:sp>
      <p:sp>
        <p:nvSpPr>
          <p:cNvPr id="147" name="Google Shape;147;p33"/>
          <p:cNvSpPr txBox="1">
            <a:spLocks noGrp="1"/>
          </p:cNvSpPr>
          <p:nvPr>
            <p:ph type="sldNum" idx="12"/>
          </p:nvPr>
        </p:nvSpPr>
        <p:spPr>
          <a:xfrm>
            <a:off x="8472458" y="6217623"/>
            <a:ext cx="548700" cy="524800"/>
          </a:xfrm>
          <a:prstGeom prst="rect">
            <a:avLst/>
          </a:prstGeom>
          <a:noFill/>
          <a:ln>
            <a:noFill/>
          </a:ln>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cxnSp>
        <p:nvCxnSpPr>
          <p:cNvPr id="148" name="Google Shape;148;p33"/>
          <p:cNvCxnSpPr/>
          <p:nvPr/>
        </p:nvCxnSpPr>
        <p:spPr>
          <a:xfrm rot="10800000" flipH="1">
            <a:off x="672992" y="1525263"/>
            <a:ext cx="765300" cy="4400"/>
          </a:xfrm>
          <a:prstGeom prst="straightConnector1">
            <a:avLst/>
          </a:prstGeom>
          <a:noFill/>
          <a:ln w="19050" cap="flat" cmpd="sng">
            <a:solidFill>
              <a:srgbClr val="DDAC52"/>
            </a:solidFill>
            <a:prstDash val="solid"/>
            <a:miter lim="400000"/>
            <a:headEnd type="none" w="sm" len="sm"/>
            <a:tailEnd type="none" w="sm" len="sm"/>
          </a:ln>
        </p:spPr>
      </p:cxnSp>
    </p:spTree>
    <p:extLst>
      <p:ext uri="{BB962C8B-B14F-4D97-AF65-F5344CB8AC3E}">
        <p14:creationId xmlns:p14="http://schemas.microsoft.com/office/powerpoint/2010/main" val="4635291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5" Type="http://schemas.openxmlformats.org/officeDocument/2006/relationships/theme" Target="../theme/theme2.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1F649E"/>
            </a:gs>
            <a:gs pos="58000">
              <a:srgbClr val="144070"/>
            </a:gs>
            <a:gs pos="9000">
              <a:srgbClr val="1A588E"/>
            </a:gs>
            <a:gs pos="100000">
              <a:srgbClr val="09183F"/>
            </a:gs>
          </a:gsLst>
          <a:lin ang="8100000" scaled="0"/>
          <a:tileRect/>
        </a:gradFill>
        <a:effectLst/>
      </p:bgPr>
    </p:bg>
    <p:spTree>
      <p:nvGrpSpPr>
        <p:cNvPr id="1" name="Shape 69"/>
        <p:cNvGrpSpPr/>
        <p:nvPr/>
      </p:nvGrpSpPr>
      <p:grpSpPr>
        <a:xfrm>
          <a:off x="0" y="0"/>
          <a:ext cx="0" cy="0"/>
          <a:chOff x="0" y="0"/>
          <a:chExt cx="0" cy="0"/>
        </a:xfrm>
      </p:grpSpPr>
      <p:sp>
        <p:nvSpPr>
          <p:cNvPr id="70" name="Google Shape;70;p16"/>
          <p:cNvSpPr txBox="1">
            <a:spLocks noGrp="1"/>
          </p:cNvSpPr>
          <p:nvPr>
            <p:ph type="title"/>
          </p:nvPr>
        </p:nvSpPr>
        <p:spPr>
          <a:xfrm>
            <a:off x="633414" y="177800"/>
            <a:ext cx="7877100" cy="1143200"/>
          </a:xfrm>
          <a:prstGeom prst="rect">
            <a:avLst/>
          </a:prstGeom>
          <a:noFill/>
          <a:ln>
            <a:noFill/>
          </a:ln>
        </p:spPr>
        <p:txBody>
          <a:bodyPr spcFirstLastPara="1" wrap="square" lIns="19050" tIns="19050" rIns="19050" bIns="19050" anchor="ctr" anchorCtr="0">
            <a:noAutofit/>
          </a:bodyPr>
          <a:lstStyle>
            <a:lvl1pPr marR="0" lvl="0" rtl="0">
              <a:lnSpc>
                <a:spcPct val="100000"/>
              </a:lnSpc>
              <a:spcBef>
                <a:spcPts val="0"/>
              </a:spcBef>
              <a:spcAft>
                <a:spcPts val="0"/>
              </a:spcAft>
              <a:buClr>
                <a:schemeClr val="accent4"/>
              </a:buClr>
              <a:buSzPts val="2300"/>
              <a:buFont typeface="Source Sans Pro"/>
              <a:buNone/>
              <a:defRPr sz="2300" i="0" u="none" strike="noStrike" cap="none">
                <a:solidFill>
                  <a:schemeClr val="accent4"/>
                </a:solidFill>
                <a:latin typeface="Source Sans Pro"/>
                <a:ea typeface="Source Sans Pro"/>
                <a:cs typeface="Source Sans Pro"/>
                <a:sym typeface="Source Sans Pro"/>
              </a:defRPr>
            </a:lvl1pPr>
            <a:lvl2pPr marR="0" lvl="1" rtl="0">
              <a:lnSpc>
                <a:spcPct val="100000"/>
              </a:lnSpc>
              <a:spcBef>
                <a:spcPts val="0"/>
              </a:spcBef>
              <a:spcAft>
                <a:spcPts val="0"/>
              </a:spcAft>
              <a:buSzPts val="4500"/>
              <a:buFont typeface="DM Serif Display"/>
              <a:buNone/>
              <a:defRPr sz="4500" i="0" u="none" strike="noStrike" cap="none">
                <a:latin typeface="DM Serif Display"/>
                <a:ea typeface="DM Serif Display"/>
                <a:cs typeface="DM Serif Display"/>
                <a:sym typeface="DM Serif Display"/>
              </a:defRPr>
            </a:lvl2pPr>
            <a:lvl3pPr marR="0" lvl="2" rtl="0">
              <a:lnSpc>
                <a:spcPct val="100000"/>
              </a:lnSpc>
              <a:spcBef>
                <a:spcPts val="0"/>
              </a:spcBef>
              <a:spcAft>
                <a:spcPts val="0"/>
              </a:spcAft>
              <a:buSzPts val="4500"/>
              <a:buFont typeface="DM Serif Display"/>
              <a:buNone/>
              <a:defRPr sz="4500" i="0" u="none" strike="noStrike" cap="none">
                <a:latin typeface="DM Serif Display"/>
                <a:ea typeface="DM Serif Display"/>
                <a:cs typeface="DM Serif Display"/>
                <a:sym typeface="DM Serif Display"/>
              </a:defRPr>
            </a:lvl3pPr>
            <a:lvl4pPr marR="0" lvl="3" rtl="0">
              <a:lnSpc>
                <a:spcPct val="100000"/>
              </a:lnSpc>
              <a:spcBef>
                <a:spcPts val="0"/>
              </a:spcBef>
              <a:spcAft>
                <a:spcPts val="0"/>
              </a:spcAft>
              <a:buSzPts val="4500"/>
              <a:buFont typeface="DM Serif Display"/>
              <a:buNone/>
              <a:defRPr sz="4500" i="0" u="none" strike="noStrike" cap="none">
                <a:latin typeface="DM Serif Display"/>
                <a:ea typeface="DM Serif Display"/>
                <a:cs typeface="DM Serif Display"/>
                <a:sym typeface="DM Serif Display"/>
              </a:defRPr>
            </a:lvl4pPr>
            <a:lvl5pPr marR="0" lvl="4" rtl="0">
              <a:lnSpc>
                <a:spcPct val="100000"/>
              </a:lnSpc>
              <a:spcBef>
                <a:spcPts val="0"/>
              </a:spcBef>
              <a:spcAft>
                <a:spcPts val="0"/>
              </a:spcAft>
              <a:buSzPts val="4500"/>
              <a:buFont typeface="DM Serif Display"/>
              <a:buNone/>
              <a:defRPr sz="4500" i="0" u="none" strike="noStrike" cap="none">
                <a:latin typeface="DM Serif Display"/>
                <a:ea typeface="DM Serif Display"/>
                <a:cs typeface="DM Serif Display"/>
                <a:sym typeface="DM Serif Display"/>
              </a:defRPr>
            </a:lvl5pPr>
            <a:lvl6pPr marR="0" lvl="5" rtl="0">
              <a:lnSpc>
                <a:spcPct val="100000"/>
              </a:lnSpc>
              <a:spcBef>
                <a:spcPts val="0"/>
              </a:spcBef>
              <a:spcAft>
                <a:spcPts val="0"/>
              </a:spcAft>
              <a:buSzPts val="4500"/>
              <a:buFont typeface="DM Serif Display"/>
              <a:buNone/>
              <a:defRPr sz="4500" i="0" u="none" strike="noStrike" cap="none">
                <a:latin typeface="DM Serif Display"/>
                <a:ea typeface="DM Serif Display"/>
                <a:cs typeface="DM Serif Display"/>
                <a:sym typeface="DM Serif Display"/>
              </a:defRPr>
            </a:lvl6pPr>
            <a:lvl7pPr marR="0" lvl="6" rtl="0">
              <a:lnSpc>
                <a:spcPct val="100000"/>
              </a:lnSpc>
              <a:spcBef>
                <a:spcPts val="0"/>
              </a:spcBef>
              <a:spcAft>
                <a:spcPts val="0"/>
              </a:spcAft>
              <a:buSzPts val="4500"/>
              <a:buFont typeface="DM Serif Display"/>
              <a:buNone/>
              <a:defRPr sz="4500" i="0" u="none" strike="noStrike" cap="none">
                <a:latin typeface="DM Serif Display"/>
                <a:ea typeface="DM Serif Display"/>
                <a:cs typeface="DM Serif Display"/>
                <a:sym typeface="DM Serif Display"/>
              </a:defRPr>
            </a:lvl7pPr>
            <a:lvl8pPr marR="0" lvl="7" rtl="0">
              <a:lnSpc>
                <a:spcPct val="100000"/>
              </a:lnSpc>
              <a:spcBef>
                <a:spcPts val="0"/>
              </a:spcBef>
              <a:spcAft>
                <a:spcPts val="0"/>
              </a:spcAft>
              <a:buSzPts val="4500"/>
              <a:buFont typeface="DM Serif Display"/>
              <a:buNone/>
              <a:defRPr sz="4500" i="0" u="none" strike="noStrike" cap="none">
                <a:latin typeface="DM Serif Display"/>
                <a:ea typeface="DM Serif Display"/>
                <a:cs typeface="DM Serif Display"/>
                <a:sym typeface="DM Serif Display"/>
              </a:defRPr>
            </a:lvl8pPr>
            <a:lvl9pPr marR="0" lvl="8" rtl="0">
              <a:lnSpc>
                <a:spcPct val="100000"/>
              </a:lnSpc>
              <a:spcBef>
                <a:spcPts val="0"/>
              </a:spcBef>
              <a:spcAft>
                <a:spcPts val="0"/>
              </a:spcAft>
              <a:buSzPts val="4500"/>
              <a:buFont typeface="DM Serif Display"/>
              <a:buNone/>
              <a:defRPr sz="4500" i="0" u="none" strike="noStrike" cap="none">
                <a:latin typeface="DM Serif Display"/>
                <a:ea typeface="DM Serif Display"/>
                <a:cs typeface="DM Serif Display"/>
                <a:sym typeface="DM Serif Display"/>
              </a:defRPr>
            </a:lvl9pPr>
          </a:lstStyle>
          <a:p>
            <a:endParaRPr/>
          </a:p>
        </p:txBody>
      </p:sp>
      <p:sp>
        <p:nvSpPr>
          <p:cNvPr id="71" name="Google Shape;71;p16"/>
          <p:cNvSpPr txBox="1">
            <a:spLocks noGrp="1"/>
          </p:cNvSpPr>
          <p:nvPr>
            <p:ph type="body" idx="1"/>
          </p:nvPr>
        </p:nvSpPr>
        <p:spPr>
          <a:xfrm>
            <a:off x="633426" y="2918931"/>
            <a:ext cx="7877100" cy="4032800"/>
          </a:xfrm>
          <a:prstGeom prst="rect">
            <a:avLst/>
          </a:prstGeom>
          <a:noFill/>
          <a:ln>
            <a:noFill/>
          </a:ln>
        </p:spPr>
        <p:txBody>
          <a:bodyPr spcFirstLastPara="1" wrap="square" lIns="19050" tIns="19050" rIns="19050" bIns="19050" anchor="ctr" anchorCtr="0">
            <a:noAutofit/>
          </a:bodyPr>
          <a:lstStyle>
            <a:lvl1pPr marL="457200" marR="0" lvl="0" indent="-317500" algn="l" rtl="0">
              <a:lnSpc>
                <a:spcPct val="100000"/>
              </a:lnSpc>
              <a:spcBef>
                <a:spcPts val="2200"/>
              </a:spcBef>
              <a:spcAft>
                <a:spcPts val="0"/>
              </a:spcAft>
              <a:buSzPts val="1400"/>
              <a:buFont typeface="Nunito Sans"/>
              <a:buChar char="•"/>
              <a:defRPr sz="1800" i="0" u="none" strike="noStrike" cap="none">
                <a:latin typeface="Nunito Sans"/>
                <a:ea typeface="Nunito Sans"/>
                <a:cs typeface="Nunito Sans"/>
                <a:sym typeface="Nunito Sans"/>
              </a:defRPr>
            </a:lvl1pPr>
            <a:lvl2pPr marL="914400" marR="0" lvl="1" indent="-317500" algn="l" rtl="0">
              <a:lnSpc>
                <a:spcPct val="100000"/>
              </a:lnSpc>
              <a:spcBef>
                <a:spcPts val="2200"/>
              </a:spcBef>
              <a:spcAft>
                <a:spcPts val="0"/>
              </a:spcAft>
              <a:buSzPts val="1400"/>
              <a:buFont typeface="Nunito Sans"/>
              <a:buChar char="•"/>
              <a:defRPr sz="1800" i="0" u="none" strike="noStrike" cap="none">
                <a:latin typeface="Nunito Sans"/>
                <a:ea typeface="Nunito Sans"/>
                <a:cs typeface="Nunito Sans"/>
                <a:sym typeface="Nunito Sans"/>
              </a:defRPr>
            </a:lvl2pPr>
            <a:lvl3pPr marL="1371600" marR="0" lvl="2" indent="-317500" algn="l" rtl="0">
              <a:lnSpc>
                <a:spcPct val="100000"/>
              </a:lnSpc>
              <a:spcBef>
                <a:spcPts val="2200"/>
              </a:spcBef>
              <a:spcAft>
                <a:spcPts val="0"/>
              </a:spcAft>
              <a:buSzPts val="1400"/>
              <a:buFont typeface="Nunito Sans"/>
              <a:buChar char="•"/>
              <a:defRPr sz="1800" i="0" u="none" strike="noStrike" cap="none">
                <a:latin typeface="Nunito Sans"/>
                <a:ea typeface="Nunito Sans"/>
                <a:cs typeface="Nunito Sans"/>
                <a:sym typeface="Nunito Sans"/>
              </a:defRPr>
            </a:lvl3pPr>
            <a:lvl4pPr marL="1828800" marR="0" lvl="3" indent="-317500" algn="l" rtl="0">
              <a:lnSpc>
                <a:spcPct val="100000"/>
              </a:lnSpc>
              <a:spcBef>
                <a:spcPts val="2200"/>
              </a:spcBef>
              <a:spcAft>
                <a:spcPts val="0"/>
              </a:spcAft>
              <a:buSzPts val="1400"/>
              <a:buFont typeface="Nunito Sans"/>
              <a:buChar char="•"/>
              <a:defRPr sz="1800" i="0" u="none" strike="noStrike" cap="none">
                <a:latin typeface="Nunito Sans"/>
                <a:ea typeface="Nunito Sans"/>
                <a:cs typeface="Nunito Sans"/>
                <a:sym typeface="Nunito Sans"/>
              </a:defRPr>
            </a:lvl4pPr>
            <a:lvl5pPr marL="2286000" marR="0" lvl="4" indent="-317500" algn="l" rtl="0">
              <a:lnSpc>
                <a:spcPct val="100000"/>
              </a:lnSpc>
              <a:spcBef>
                <a:spcPts val="2200"/>
              </a:spcBef>
              <a:spcAft>
                <a:spcPts val="0"/>
              </a:spcAft>
              <a:buSzPts val="1400"/>
              <a:buFont typeface="Nunito Sans"/>
              <a:buChar char="•"/>
              <a:defRPr sz="1800" i="0" u="none" strike="noStrike" cap="none">
                <a:latin typeface="Nunito Sans"/>
                <a:ea typeface="Nunito Sans"/>
                <a:cs typeface="Nunito Sans"/>
                <a:sym typeface="Nunito Sans"/>
              </a:defRPr>
            </a:lvl5pPr>
            <a:lvl6pPr marL="2743200" marR="0" lvl="5" indent="-374650" algn="l" rtl="0">
              <a:lnSpc>
                <a:spcPct val="100000"/>
              </a:lnSpc>
              <a:spcBef>
                <a:spcPts val="2200"/>
              </a:spcBef>
              <a:spcAft>
                <a:spcPts val="0"/>
              </a:spcAft>
              <a:buSzPts val="2300"/>
              <a:buFont typeface="Nunito Sans"/>
              <a:buChar char="•"/>
              <a:defRPr sz="1800" i="0" u="none" strike="noStrike" cap="none">
                <a:latin typeface="Nunito Sans"/>
                <a:ea typeface="Nunito Sans"/>
                <a:cs typeface="Nunito Sans"/>
                <a:sym typeface="Nunito Sans"/>
              </a:defRPr>
            </a:lvl6pPr>
            <a:lvl7pPr marL="3200400" marR="0" lvl="6" indent="-374650" algn="l" rtl="0">
              <a:lnSpc>
                <a:spcPct val="100000"/>
              </a:lnSpc>
              <a:spcBef>
                <a:spcPts val="2200"/>
              </a:spcBef>
              <a:spcAft>
                <a:spcPts val="0"/>
              </a:spcAft>
              <a:buSzPts val="2300"/>
              <a:buFont typeface="Nunito Sans"/>
              <a:buChar char="•"/>
              <a:defRPr sz="1800" i="0" u="none" strike="noStrike" cap="none">
                <a:latin typeface="Nunito Sans"/>
                <a:ea typeface="Nunito Sans"/>
                <a:cs typeface="Nunito Sans"/>
                <a:sym typeface="Nunito Sans"/>
              </a:defRPr>
            </a:lvl7pPr>
            <a:lvl8pPr marL="3657600" marR="0" lvl="7" indent="-374650" algn="l" rtl="0">
              <a:lnSpc>
                <a:spcPct val="100000"/>
              </a:lnSpc>
              <a:spcBef>
                <a:spcPts val="2200"/>
              </a:spcBef>
              <a:spcAft>
                <a:spcPts val="0"/>
              </a:spcAft>
              <a:buSzPts val="2300"/>
              <a:buFont typeface="Nunito Sans"/>
              <a:buChar char="•"/>
              <a:defRPr sz="1800" i="0" u="none" strike="noStrike" cap="none">
                <a:latin typeface="Nunito Sans"/>
                <a:ea typeface="Nunito Sans"/>
                <a:cs typeface="Nunito Sans"/>
                <a:sym typeface="Nunito Sans"/>
              </a:defRPr>
            </a:lvl8pPr>
            <a:lvl9pPr marL="4114800" marR="0" lvl="8" indent="-374650" algn="l" rtl="0">
              <a:lnSpc>
                <a:spcPct val="100000"/>
              </a:lnSpc>
              <a:spcBef>
                <a:spcPts val="2200"/>
              </a:spcBef>
              <a:spcAft>
                <a:spcPts val="0"/>
              </a:spcAft>
              <a:buSzPts val="2300"/>
              <a:buFont typeface="Nunito Sans"/>
              <a:buChar char="•"/>
              <a:defRPr sz="1800" i="0" u="none" strike="noStrike" cap="none">
                <a:latin typeface="Nunito Sans"/>
                <a:ea typeface="Nunito Sans"/>
                <a:cs typeface="Nunito Sans"/>
                <a:sym typeface="Nunito Sans"/>
              </a:defRPr>
            </a:lvl9pPr>
          </a:lstStyle>
          <a:p>
            <a:endParaRPr/>
          </a:p>
        </p:txBody>
      </p:sp>
      <p:sp>
        <p:nvSpPr>
          <p:cNvPr id="72" name="Google Shape;72;p16"/>
          <p:cNvSpPr/>
          <p:nvPr/>
        </p:nvSpPr>
        <p:spPr>
          <a:xfrm>
            <a:off x="0" y="0"/>
            <a:ext cx="44400" cy="6858000"/>
          </a:xfrm>
          <a:prstGeom prst="rect">
            <a:avLst/>
          </a:prstGeom>
          <a:gradFill>
            <a:gsLst>
              <a:gs pos="0">
                <a:srgbClr val="D49421"/>
              </a:gs>
              <a:gs pos="33000">
                <a:schemeClr val="accent3"/>
              </a:gs>
              <a:gs pos="100000">
                <a:schemeClr val="accent1"/>
              </a:gs>
              <a:gs pos="100000">
                <a:srgbClr val="9348DB"/>
              </a:gs>
            </a:gsLst>
            <a:lin ang="8100019" scaled="0"/>
          </a:gradFill>
          <a:ln>
            <a:noFill/>
          </a:ln>
        </p:spPr>
        <p:txBody>
          <a:bodyPr spcFirstLastPara="1" wrap="square" lIns="19050" tIns="19050" rIns="19050" bIns="19050" anchor="ctr" anchorCtr="0">
            <a:noAutofit/>
          </a:bodyPr>
          <a:lstStyle/>
          <a:p>
            <a:pPr marL="0" marR="0" lvl="0" indent="0" algn="ctr" rtl="0">
              <a:lnSpc>
                <a:spcPct val="100000"/>
              </a:lnSpc>
              <a:spcBef>
                <a:spcPts val="0"/>
              </a:spcBef>
              <a:spcAft>
                <a:spcPts val="0"/>
              </a:spcAft>
              <a:buClr>
                <a:schemeClr val="accent5"/>
              </a:buClr>
              <a:buSzPts val="1200"/>
              <a:buFont typeface="Helvetica Neue"/>
              <a:buNone/>
            </a:pPr>
            <a:endParaRPr sz="1200" b="0" i="0" u="none" strike="noStrike" cap="none">
              <a:solidFill>
                <a:schemeClr val="accent5"/>
              </a:solidFill>
              <a:latin typeface="Helvetica Neue"/>
              <a:ea typeface="Helvetica Neue"/>
              <a:cs typeface="Helvetica Neue"/>
              <a:sym typeface="Helvetica Neue"/>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1" r:id="rId6"/>
    <p:sldLayoutId id="2147483672" r:id="rId7"/>
    <p:sldLayoutId id="2147483674" r:id="rId8"/>
    <p:sldLayoutId id="2147483675" r:id="rId9"/>
    <p:sldLayoutId id="2147483676" r:id="rId10"/>
    <p:sldLayoutId id="2147483677" r:id="rId11"/>
    <p:sldLayoutId id="2147483678" r:id="rId12"/>
    <p:sldLayoutId id="2147483679" r:id="rId13"/>
    <p:sldLayoutId id="2147483680" r:id="rId14"/>
    <p:sldLayoutId id="2147483682" r:id="rId15"/>
    <p:sldLayoutId id="2147483683" r:id="rId16"/>
    <p:sldLayoutId id="2147483684" r:id="rId17"/>
    <p:sldLayoutId id="2147483685" r:id="rId18"/>
    <p:sldLayoutId id="2147483686" r:id="rId19"/>
    <p:sldLayoutId id="2147483690" r:id="rId20"/>
    <p:sldLayoutId id="2147483692"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287" userDrawn="1">
          <p15:clr>
            <a:srgbClr val="EA4335"/>
          </p15:clr>
        </p15:guide>
        <p15:guide id="2" pos="421" userDrawn="1">
          <p15:clr>
            <a:srgbClr val="EA4335"/>
          </p15:clr>
        </p15:guide>
        <p15:guide id="3" pos="843" userDrawn="1">
          <p15:clr>
            <a:srgbClr val="EA4335"/>
          </p15:clr>
        </p15:guide>
        <p15:guide id="4" pos="708" userDrawn="1">
          <p15:clr>
            <a:srgbClr val="EA4335"/>
          </p15:clr>
        </p15:guide>
        <p15:guide id="5" pos="1129" userDrawn="1">
          <p15:clr>
            <a:srgbClr val="EA4335"/>
          </p15:clr>
        </p15:guide>
        <p15:guide id="6" pos="1263" userDrawn="1">
          <p15:clr>
            <a:srgbClr val="EA4335"/>
          </p15:clr>
        </p15:guide>
        <p15:guide id="7" pos="1551" userDrawn="1">
          <p15:clr>
            <a:srgbClr val="EA4335"/>
          </p15:clr>
        </p15:guide>
        <p15:guide id="8" pos="1684" userDrawn="1">
          <p15:clr>
            <a:srgbClr val="EA4335"/>
          </p15:clr>
        </p15:guide>
        <p15:guide id="9" pos="1971" userDrawn="1">
          <p15:clr>
            <a:srgbClr val="EA4335"/>
          </p15:clr>
        </p15:guide>
        <p15:guide id="10" pos="2105" userDrawn="1">
          <p15:clr>
            <a:srgbClr val="EA4335"/>
          </p15:clr>
        </p15:guide>
        <p15:guide id="11" pos="2392" userDrawn="1">
          <p15:clr>
            <a:srgbClr val="EA4335"/>
          </p15:clr>
        </p15:guide>
        <p15:guide id="12" pos="2527" userDrawn="1">
          <p15:clr>
            <a:srgbClr val="EA4335"/>
          </p15:clr>
        </p15:guide>
        <p15:guide id="13" pos="2813" userDrawn="1">
          <p15:clr>
            <a:srgbClr val="EA4335"/>
          </p15:clr>
        </p15:guide>
        <p15:guide id="14" pos="2947" userDrawn="1">
          <p15:clr>
            <a:srgbClr val="EA4335"/>
          </p15:clr>
        </p15:guide>
        <p15:guide id="15" pos="3235" userDrawn="1">
          <p15:clr>
            <a:srgbClr val="EA4335"/>
          </p15:clr>
        </p15:guide>
        <p15:guide id="16" pos="3368" userDrawn="1">
          <p15:clr>
            <a:srgbClr val="EA4335"/>
          </p15:clr>
        </p15:guide>
        <p15:guide id="17" pos="3656" userDrawn="1">
          <p15:clr>
            <a:srgbClr val="EA4335"/>
          </p15:clr>
        </p15:guide>
        <p15:guide id="18" pos="3789" userDrawn="1">
          <p15:clr>
            <a:srgbClr val="EA4335"/>
          </p15:clr>
        </p15:guide>
        <p15:guide id="19" pos="4077" userDrawn="1">
          <p15:clr>
            <a:srgbClr val="EA4335"/>
          </p15:clr>
        </p15:guide>
        <p15:guide id="20" pos="4211" userDrawn="1">
          <p15:clr>
            <a:srgbClr val="EA4335"/>
          </p15:clr>
        </p15:guide>
        <p15:guide id="21" pos="4499" userDrawn="1">
          <p15:clr>
            <a:srgbClr val="EA4335"/>
          </p15:clr>
        </p15:guide>
        <p15:guide id="22" pos="4631" userDrawn="1">
          <p15:clr>
            <a:srgbClr val="EA4335"/>
          </p15:clr>
        </p15:guide>
        <p15:guide id="23" pos="4919" userDrawn="1">
          <p15:clr>
            <a:srgbClr val="EA4335"/>
          </p15:clr>
        </p15:guide>
        <p15:guide id="24" pos="5052" userDrawn="1">
          <p15:clr>
            <a:srgbClr val="EA4335"/>
          </p15:clr>
        </p15:guide>
        <p15:guide id="25" pos="5340" userDrawn="1">
          <p15:clr>
            <a:srgbClr val="EA4335"/>
          </p15:clr>
        </p15:guide>
        <p15:guide id="26" pos="5473" userDrawn="1">
          <p15:clr>
            <a:srgbClr val="EA4335"/>
          </p15:clr>
        </p15:guide>
        <p15:guide id="27" orient="horz" pos="379" userDrawn="1">
          <p15:clr>
            <a:srgbClr val="EA4335"/>
          </p15:clr>
        </p15:guide>
        <p15:guide id="28" orient="horz" pos="3941" userDrawn="1">
          <p15:clr>
            <a:srgbClr val="EA4335"/>
          </p15:clr>
        </p15:guide>
        <p15:guide id="29" orient="horz" pos="561" userDrawn="1">
          <p15:clr>
            <a:srgbClr val="EA4335"/>
          </p15:clr>
        </p15:guide>
        <p15:guide id="30" orient="horz" pos="3763" userDrawn="1">
          <p15:clr>
            <a:srgbClr val="EA4335"/>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gradFill flip="none" rotWithShape="1">
          <a:gsLst>
            <a:gs pos="0">
              <a:srgbClr val="15426F"/>
            </a:gs>
            <a:gs pos="100000">
              <a:srgbClr val="0A1D45"/>
            </a:gs>
          </a:gsLst>
          <a:lin ang="8100000" scaled="0"/>
          <a:tileRect/>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593367"/>
            <a:ext cx="8520600" cy="7636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dirty="0"/>
          </a:p>
        </p:txBody>
      </p:sp>
      <p:sp>
        <p:nvSpPr>
          <p:cNvPr id="7" name="Google Shape;7;p1"/>
          <p:cNvSpPr txBox="1">
            <a:spLocks noGrp="1"/>
          </p:cNvSpPr>
          <p:nvPr>
            <p:ph type="body" idx="1"/>
          </p:nvPr>
        </p:nvSpPr>
        <p:spPr>
          <a:xfrm>
            <a:off x="311700" y="1536633"/>
            <a:ext cx="8520600" cy="4555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dirty="0"/>
          </a:p>
        </p:txBody>
      </p:sp>
      <p:sp>
        <p:nvSpPr>
          <p:cNvPr id="8" name="Google Shape;8;p1"/>
          <p:cNvSpPr txBox="1">
            <a:spLocks noGrp="1"/>
          </p:cNvSpPr>
          <p:nvPr>
            <p:ph type="sldNum" idx="12"/>
          </p:nvPr>
        </p:nvSpPr>
        <p:spPr>
          <a:xfrm>
            <a:off x="8472459" y="6217623"/>
            <a:ext cx="548700" cy="5248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fld id="{00000000-1234-1234-1234-123412341234}" type="slidenum">
              <a:rPr lang="en" smtClean="0"/>
              <a:pPr/>
              <a:t>‹#›</a:t>
            </a:fld>
            <a:endParaRPr lang="en"/>
          </a:p>
        </p:txBody>
      </p:sp>
    </p:spTree>
  </p:cSld>
  <p:clrMap bg1="lt1" tx1="dk1" bg2="dk2" tx2="lt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735" r:id="rId12"/>
    <p:sldLayoutId id="2147483736" r:id="rId13"/>
    <p:sldLayoutId id="2147483737"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bg1"/>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bg1"/>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1.xml"/><Relationship Id="rId1" Type="http://schemas.openxmlformats.org/officeDocument/2006/relationships/slideLayout" Target="../slideLayouts/slideLayout33.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32.xml"/><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2.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32.xml"/><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4.xml"/><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7.xml"/><Relationship Id="rId1" Type="http://schemas.openxmlformats.org/officeDocument/2006/relationships/slideLayout" Target="../slideLayouts/slideLayout32.xml"/><Relationship Id="rId5" Type="http://schemas.openxmlformats.org/officeDocument/2006/relationships/hyperlink" Target="https://doi.org/10.26434/chemrxiv-2024-bms6x" TargetMode="External"/><Relationship Id="rId4" Type="http://schemas.openxmlformats.org/officeDocument/2006/relationships/hyperlink" Target="https://doi.org/10.1073/pnas.2221311120" TargetMode="External"/></Relationships>
</file>

<file path=ppt/slides/_rels/slide9.xml.rels><?xml version="1.0" encoding="UTF-8" standalone="yes"?>
<Relationships xmlns="http://schemas.openxmlformats.org/package/2006/relationships"><Relationship Id="rId3" Type="http://schemas.openxmlformats.org/officeDocument/2006/relationships/hyperlink" Target="https://doi.org/10.1145/3375462.3375491" TargetMode="External"/><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hyperlink" Target="https://doi.org/10.1073/pnas.2221311120"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4.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4.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35.xml"/></Relationships>
</file>

<file path=ppt/slides/_rels/slide1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24.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hyperlink" Target="https://doi.org/10.1021/acs.jchemed.2c01106" TargetMode="External"/><Relationship Id="rId2" Type="http://schemas.openxmlformats.org/officeDocument/2006/relationships/notesSlide" Target="../notesSlides/notesSlide12.xml"/><Relationship Id="rId1" Type="http://schemas.openxmlformats.org/officeDocument/2006/relationships/slideLayout" Target="../slideLayouts/slideLayout32.xml"/><Relationship Id="rId5" Type="http://schemas.openxmlformats.org/officeDocument/2006/relationships/image" Target="../media/image29.png"/><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2.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30.png"/><Relationship Id="rId4"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20.xml"/><Relationship Id="rId6" Type="http://schemas.openxmlformats.org/officeDocument/2006/relationships/image" Target="../media/image34.png"/><Relationship Id="rId5" Type="http://schemas.openxmlformats.org/officeDocument/2006/relationships/image" Target="../media/image33.sv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32.xml"/><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24.xml"/><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40.emf"/><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hyperlink" Target="https://doi.org/10.1073/pnas.2221311120" TargetMode="External"/></Relationships>
</file>

<file path=ppt/slides/_rels/slide2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2" Type="http://schemas.openxmlformats.org/officeDocument/2006/relationships/image" Target="../media/image46.emf"/><Relationship Id="rId1" Type="http://schemas.openxmlformats.org/officeDocument/2006/relationships/slideLayout" Target="../slideLayouts/slideLayout26.xml"/></Relationships>
</file>

<file path=ppt/slides/_rels/slide3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2.xml"/><Relationship Id="rId1" Type="http://schemas.openxmlformats.org/officeDocument/2006/relationships/slideLayout" Target="../slideLayouts/slideLayout26.xml"/></Relationships>
</file>

<file path=ppt/slides/_rels/slide39.xml.rels><?xml version="1.0" encoding="UTF-8" standalone="yes"?>
<Relationships xmlns="http://schemas.openxmlformats.org/package/2006/relationships"><Relationship Id="rId3" Type="http://schemas.openxmlformats.org/officeDocument/2006/relationships/hyperlink" Target="https://doi.org/10.1021/acs.jchemed.2c01106" TargetMode="External"/><Relationship Id="rId2" Type="http://schemas.openxmlformats.org/officeDocument/2006/relationships/notesSlide" Target="../notesSlides/notesSlide23.xml"/><Relationship Id="rId1" Type="http://schemas.openxmlformats.org/officeDocument/2006/relationships/slideLayout" Target="../slideLayouts/slideLayout32.xml"/><Relationship Id="rId5" Type="http://schemas.openxmlformats.org/officeDocument/2006/relationships/image" Target="../media/image29.png"/><Relationship Id="rId4" Type="http://schemas.openxmlformats.org/officeDocument/2006/relationships/image" Target="../media/image28.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1.xml"/></Relationships>
</file>

<file path=ppt/slides/_rels/slide4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5.xml"/><Relationship Id="rId1" Type="http://schemas.openxmlformats.org/officeDocument/2006/relationships/slideLayout" Target="../slideLayouts/slideLayout21.xml"/><Relationship Id="rId4" Type="http://schemas.openxmlformats.org/officeDocument/2006/relationships/hyperlink" Target="https://doi.org/10.1021/ed4005084" TargetMode="External"/></Relationships>
</file>

<file path=ppt/slides/_rels/slide4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6.xml"/><Relationship Id="rId1" Type="http://schemas.openxmlformats.org/officeDocument/2006/relationships/slideLayout" Target="../slideLayouts/slideLayout21.xml"/><Relationship Id="rId5" Type="http://schemas.openxmlformats.org/officeDocument/2006/relationships/image" Target="../media/image52.png"/><Relationship Id="rId4" Type="http://schemas.openxmlformats.org/officeDocument/2006/relationships/image" Target="../media/image51.png"/></Relationships>
</file>

<file path=ppt/slides/_rels/slide43.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27.xml"/><Relationship Id="rId1" Type="http://schemas.openxmlformats.org/officeDocument/2006/relationships/slideLayout" Target="../slideLayouts/slideLayout21.xml"/><Relationship Id="rId5" Type="http://schemas.openxmlformats.org/officeDocument/2006/relationships/image" Target="../media/image55.png"/><Relationship Id="rId4" Type="http://schemas.openxmlformats.org/officeDocument/2006/relationships/image" Target="../media/image5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42"/>
          <p:cNvSpPr txBox="1">
            <a:spLocks noGrp="1"/>
          </p:cNvSpPr>
          <p:nvPr>
            <p:ph type="title"/>
          </p:nvPr>
        </p:nvSpPr>
        <p:spPr>
          <a:xfrm>
            <a:off x="374719" y="1759500"/>
            <a:ext cx="7929309" cy="1435114"/>
          </a:xfrm>
          <a:prstGeom prst="rect">
            <a:avLst/>
          </a:prstGeom>
        </p:spPr>
        <p:txBody>
          <a:bodyPr spcFirstLastPara="1" wrap="square" lIns="91425" tIns="91425" rIns="91425" bIns="91425" anchor="t" anchorCtr="0">
            <a:normAutofit/>
          </a:bodyPr>
          <a:lstStyle/>
          <a:p>
            <a:r>
              <a:rPr lang="en-US" sz="3600" dirty="0"/>
              <a:t>Using AI to make practice more effective in general chemistry</a:t>
            </a:r>
            <a:endParaRPr sz="3600" dirty="0"/>
          </a:p>
        </p:txBody>
      </p:sp>
      <p:sp>
        <p:nvSpPr>
          <p:cNvPr id="178" name="Google Shape;178;p42"/>
          <p:cNvSpPr txBox="1">
            <a:spLocks noGrp="1"/>
          </p:cNvSpPr>
          <p:nvPr>
            <p:ph type="subTitle" idx="1"/>
          </p:nvPr>
        </p:nvSpPr>
        <p:spPr>
          <a:xfrm>
            <a:off x="374719" y="4788200"/>
            <a:ext cx="3843600" cy="1077000"/>
          </a:xfrm>
          <a:prstGeom prst="rect">
            <a:avLst/>
          </a:prstGeom>
        </p:spPr>
        <p:txBody>
          <a:bodyPr spcFirstLastPara="1" wrap="square" lIns="91425" tIns="91425" rIns="91425" bIns="91425" anchor="t" anchorCtr="0">
            <a:normAutofit lnSpcReduction="10000"/>
          </a:bodyPr>
          <a:lstStyle/>
          <a:p>
            <a:pPr marL="0" indent="0"/>
            <a:r>
              <a:rPr lang="en" dirty="0"/>
              <a:t>Ryan Dwyer</a:t>
            </a:r>
            <a:endParaRPr dirty="0"/>
          </a:p>
          <a:p>
            <a:pPr marL="0" indent="0">
              <a:spcBef>
                <a:spcPts val="1200"/>
              </a:spcBef>
              <a:spcAft>
                <a:spcPts val="1200"/>
              </a:spcAft>
            </a:pPr>
            <a:r>
              <a:rPr lang="en" dirty="0"/>
              <a:t>October 29, 2026</a:t>
            </a:r>
            <a:endParaRPr dirty="0"/>
          </a:p>
        </p:txBody>
      </p:sp>
      <p:pic>
        <p:nvPicPr>
          <p:cNvPr id="4" name="Picture Placeholder 25">
            <a:extLst>
              <a:ext uri="{FF2B5EF4-FFF2-40B4-BE49-F238E27FC236}">
                <a16:creationId xmlns:a16="http://schemas.microsoft.com/office/drawing/2014/main" id="{C91A48C3-3C1C-3C43-1825-96DAA4C1A8E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rcRect t="3795" b="29717"/>
          <a:stretch>
            <a:fillRect/>
          </a:stretch>
        </p:blipFill>
        <p:spPr>
          <a:xfrm>
            <a:off x="374718" y="292062"/>
            <a:ext cx="1891439" cy="800467"/>
          </a:xfrm>
          <a:prstGeom prst="rect">
            <a:avLst/>
          </a:prstGeom>
        </p:spPr>
      </p:pic>
    </p:spTree>
    <p:extLst>
      <p:ext uri="{BB962C8B-B14F-4D97-AF65-F5344CB8AC3E}">
        <p14:creationId xmlns:p14="http://schemas.microsoft.com/office/powerpoint/2010/main" val="22833425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6378BC5B-A072-D648-5799-133269B45FB5}"/>
              </a:ext>
            </a:extLst>
          </p:cNvPr>
          <p:cNvSpPr txBox="1"/>
          <p:nvPr/>
        </p:nvSpPr>
        <p:spPr>
          <a:xfrm>
            <a:off x="1229482" y="5521102"/>
            <a:ext cx="7048328" cy="78790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Myriad Pro"/>
              </a:defRPr>
            </a:pPr>
            <a:r>
              <a:rPr kumimoji="0" lang="en-US" sz="2260" b="1" i="0" u="none" strike="noStrike" kern="1200" cap="none" spc="0" normalizeH="0" baseline="0" noProof="0" dirty="0">
                <a:ln>
                  <a:noFill/>
                </a:ln>
                <a:solidFill>
                  <a:prstClr val="white"/>
                </a:solidFill>
                <a:effectLst/>
                <a:uLnTx/>
                <a:uFillTx/>
                <a:latin typeface="Raleway" pitchFamily="2" charset="77"/>
                <a:ea typeface="+mn-ea"/>
                <a:cs typeface="+mn-cs"/>
              </a:rPr>
              <a:t>LLMs and AI coding tools dramatically lower barriers to educational data modeling</a:t>
            </a:r>
          </a:p>
        </p:txBody>
      </p:sp>
      <p:pic>
        <p:nvPicPr>
          <p:cNvPr id="18" name="Picture 17">
            <a:extLst>
              <a:ext uri="{FF2B5EF4-FFF2-40B4-BE49-F238E27FC236}">
                <a16:creationId xmlns:a16="http://schemas.microsoft.com/office/drawing/2014/main" id="{F01A9A11-6ECF-EFD8-D9D9-8474E96D5614}"/>
              </a:ext>
            </a:extLst>
          </p:cNvPr>
          <p:cNvPicPr>
            <a:picLocks noChangeAspect="1"/>
          </p:cNvPicPr>
          <p:nvPr/>
        </p:nvPicPr>
        <p:blipFill>
          <a:blip r:embed="rId3"/>
          <a:stretch>
            <a:fillRect/>
          </a:stretch>
        </p:blipFill>
        <p:spPr>
          <a:xfrm>
            <a:off x="274320" y="1640411"/>
            <a:ext cx="8447753" cy="3631545"/>
          </a:xfrm>
          <a:prstGeom prst="rect">
            <a:avLst/>
          </a:prstGeom>
        </p:spPr>
      </p:pic>
      <p:pic>
        <p:nvPicPr>
          <p:cNvPr id="20" name="Picture 19">
            <a:extLst>
              <a:ext uri="{FF2B5EF4-FFF2-40B4-BE49-F238E27FC236}">
                <a16:creationId xmlns:a16="http://schemas.microsoft.com/office/drawing/2014/main" id="{8FE888AD-28FE-800D-8069-E84B65120B4B}"/>
              </a:ext>
            </a:extLst>
          </p:cNvPr>
          <p:cNvPicPr>
            <a:picLocks noChangeAspect="1"/>
          </p:cNvPicPr>
          <p:nvPr/>
        </p:nvPicPr>
        <p:blipFill>
          <a:blip r:embed="rId4"/>
          <a:stretch>
            <a:fillRect/>
          </a:stretch>
        </p:blipFill>
        <p:spPr>
          <a:xfrm>
            <a:off x="274320" y="1727031"/>
            <a:ext cx="8595360" cy="3631539"/>
          </a:xfrm>
          <a:prstGeom prst="rect">
            <a:avLst/>
          </a:prstGeom>
        </p:spPr>
      </p:pic>
      <p:sp>
        <p:nvSpPr>
          <p:cNvPr id="4" name="TextBox 4">
            <a:extLst>
              <a:ext uri="{FF2B5EF4-FFF2-40B4-BE49-F238E27FC236}">
                <a16:creationId xmlns:a16="http://schemas.microsoft.com/office/drawing/2014/main" id="{BD3AB0D9-5CF3-A089-6349-9071D7836D37}"/>
              </a:ext>
            </a:extLst>
          </p:cNvPr>
          <p:cNvSpPr txBox="1">
            <a:spLocks noGrp="1"/>
          </p:cNvSpPr>
          <p:nvPr>
            <p:ph type="title" idx="4294967295"/>
          </p:nvPr>
        </p:nvSpPr>
        <p:spPr>
          <a:xfrm>
            <a:off x="411480" y="274320"/>
            <a:ext cx="8321040" cy="822960"/>
          </a:xfrm>
          <a:prstGeom prst="rect">
            <a:avLst/>
          </a:prstGeom>
          <a:noFill/>
          <a:effectLst/>
        </p:spPr>
        <p:txBody>
          <a:bodyPr wrap="square" lIns="0" tIns="0" rIns="0" bIns="0" anchor="b">
            <a:normAutofit/>
          </a:bodyPr>
          <a:lstStyle>
            <a:defPPr>
              <a:defRPr lang="en-US"/>
            </a:defPPr>
            <a:lvl1pPr marL="0" algn="l" defTabSz="1371600" rtl="0" eaLnBrk="1" latinLnBrk="0" hangingPunct="1">
              <a:defRPr sz="2700" kern="1200">
                <a:solidFill>
                  <a:srgbClr val="000000"/>
                </a:solidFill>
                <a:latin typeface="+mn-lt"/>
                <a:ea typeface="+mn-ea"/>
                <a:cs typeface="+mn-cs"/>
              </a:defRPr>
            </a:lvl1pPr>
            <a:lvl2pPr marL="685800" algn="l" defTabSz="1371600" rtl="0" eaLnBrk="1" latinLnBrk="0" hangingPunct="1">
              <a:defRPr sz="2700" kern="1200">
                <a:solidFill>
                  <a:srgbClr val="000000"/>
                </a:solidFill>
                <a:latin typeface="+mn-lt"/>
                <a:ea typeface="+mn-ea"/>
                <a:cs typeface="+mn-cs"/>
              </a:defRPr>
            </a:lvl2pPr>
            <a:lvl3pPr marL="1371600" algn="l" defTabSz="1371600" rtl="0" eaLnBrk="1" latinLnBrk="0" hangingPunct="1">
              <a:defRPr sz="2700" kern="1200">
                <a:solidFill>
                  <a:srgbClr val="000000"/>
                </a:solidFill>
                <a:latin typeface="+mn-lt"/>
                <a:ea typeface="+mn-ea"/>
                <a:cs typeface="+mn-cs"/>
              </a:defRPr>
            </a:lvl3pPr>
            <a:lvl4pPr marL="2057400" algn="l" defTabSz="1371600" rtl="0" eaLnBrk="1" latinLnBrk="0" hangingPunct="1">
              <a:defRPr sz="2700" kern="1200">
                <a:solidFill>
                  <a:srgbClr val="000000"/>
                </a:solidFill>
                <a:latin typeface="+mn-lt"/>
                <a:ea typeface="+mn-ea"/>
                <a:cs typeface="+mn-cs"/>
              </a:defRPr>
            </a:lvl4pPr>
            <a:lvl5pPr marL="2743200" algn="l" defTabSz="1371600" rtl="0" eaLnBrk="1" latinLnBrk="0" hangingPunct="1">
              <a:defRPr sz="2700" kern="1200">
                <a:solidFill>
                  <a:srgbClr val="000000"/>
                </a:solidFill>
                <a:latin typeface="+mn-lt"/>
                <a:ea typeface="+mn-ea"/>
                <a:cs typeface="+mn-cs"/>
              </a:defRPr>
            </a:lvl5pPr>
            <a:lvl6pPr marL="3429000" algn="l" defTabSz="1371600" rtl="0" eaLnBrk="1" latinLnBrk="0" hangingPunct="1">
              <a:defRPr sz="2700" kern="1200">
                <a:solidFill>
                  <a:srgbClr val="000000"/>
                </a:solidFill>
                <a:latin typeface="+mn-lt"/>
                <a:ea typeface="+mn-ea"/>
                <a:cs typeface="+mn-cs"/>
              </a:defRPr>
            </a:lvl6pPr>
            <a:lvl7pPr marL="4114800" algn="l" defTabSz="1371600" rtl="0" eaLnBrk="1" latinLnBrk="0" hangingPunct="1">
              <a:defRPr sz="2700" kern="1200">
                <a:solidFill>
                  <a:srgbClr val="000000"/>
                </a:solidFill>
                <a:latin typeface="+mn-lt"/>
                <a:ea typeface="+mn-ea"/>
                <a:cs typeface="+mn-cs"/>
              </a:defRPr>
            </a:lvl7pPr>
            <a:lvl8pPr marL="4800600" algn="l" defTabSz="1371600" rtl="0" eaLnBrk="1" latinLnBrk="0" hangingPunct="1">
              <a:defRPr sz="2700" kern="1200">
                <a:solidFill>
                  <a:srgbClr val="000000"/>
                </a:solidFill>
                <a:latin typeface="+mn-lt"/>
                <a:ea typeface="+mn-ea"/>
                <a:cs typeface="+mn-cs"/>
              </a:defRPr>
            </a:lvl8pPr>
            <a:lvl9pPr marL="5486400" algn="l" defTabSz="1371600" rtl="0" eaLnBrk="1" latinLnBrk="0" hangingPunct="1">
              <a:defRPr sz="2700" kern="1200">
                <a:solidFill>
                  <a:srgbClr val="000000"/>
                </a:solidFill>
                <a:latin typeface="+mn-lt"/>
                <a:ea typeface="+mn-ea"/>
                <a:cs typeface="+mn-cs"/>
              </a:defRPr>
            </a:lvl9pPr>
          </a:lstStyle>
          <a:p>
            <a:pPr algn="l"/>
            <a:r>
              <a:rPr lang="en-US" sz="3600" b="1" cap="none" dirty="0">
                <a:solidFill>
                  <a:srgbClr val="FFFFFF"/>
                </a:solidFill>
                <a:latin typeface="Raleway" pitchFamily="2" charset="77"/>
              </a:rPr>
              <a:t>AI for educational data modeling</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2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126D997-ACC4-5A7C-82BE-EC7EA80751C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CEBC6C-D784-60B2-4465-B9E941AC7B5F}"/>
              </a:ext>
            </a:extLst>
          </p:cNvPr>
          <p:cNvSpPr txBox="1"/>
          <p:nvPr/>
        </p:nvSpPr>
        <p:spPr>
          <a:xfrm>
            <a:off x="118130" y="163813"/>
            <a:ext cx="8842989" cy="3970318"/>
          </a:xfrm>
          <a:prstGeom prst="rect">
            <a:avLst/>
          </a:prstGeom>
          <a:noFill/>
        </p:spPr>
        <p:txBody>
          <a:bodyPr wrap="square" rtlCol="0">
            <a:spAutoFit/>
          </a:bodyPr>
          <a:lstStyle/>
          <a:p>
            <a:r>
              <a:rPr lang="en-US" sz="2800" b="1" dirty="0">
                <a:solidFill>
                  <a:schemeClr val="bg1"/>
                </a:solidFill>
              </a:rPr>
              <a:t>Prior work: how to maximize student learning?</a:t>
            </a:r>
          </a:p>
          <a:p>
            <a:endParaRPr lang="en-US" sz="2800" b="1" dirty="0">
              <a:solidFill>
                <a:schemeClr val="bg1"/>
              </a:solidFill>
            </a:endParaRPr>
          </a:p>
          <a:p>
            <a:r>
              <a:rPr lang="en-US" sz="2800" b="1" dirty="0">
                <a:solidFill>
                  <a:schemeClr val="bg1"/>
                </a:solidFill>
              </a:rPr>
              <a:t>1. Doer effect</a:t>
            </a:r>
          </a:p>
          <a:p>
            <a:r>
              <a:rPr lang="en-US" sz="2800" b="1" dirty="0">
                <a:solidFill>
                  <a:schemeClr val="bg1"/>
                </a:solidFill>
              </a:rPr>
              <a:t>practice</a:t>
            </a:r>
            <a:r>
              <a:rPr lang="en-US" sz="2800" dirty="0">
                <a:solidFill>
                  <a:schemeClr val="bg1"/>
                </a:solidFill>
              </a:rPr>
              <a:t> produces more, faster learning than </a:t>
            </a:r>
          </a:p>
          <a:p>
            <a:r>
              <a:rPr lang="en-US" sz="2800" b="1" dirty="0">
                <a:solidFill>
                  <a:schemeClr val="bg1"/>
                </a:solidFill>
              </a:rPr>
              <a:t>reading </a:t>
            </a:r>
            <a:r>
              <a:rPr lang="en-US" sz="2800" dirty="0">
                <a:solidFill>
                  <a:schemeClr val="bg1"/>
                </a:solidFill>
              </a:rPr>
              <a:t>or </a:t>
            </a:r>
            <a:r>
              <a:rPr lang="en-US" sz="2800" b="1" dirty="0">
                <a:solidFill>
                  <a:schemeClr val="bg1"/>
                </a:solidFill>
              </a:rPr>
              <a:t>watching video (1.3 to 6×)</a:t>
            </a:r>
          </a:p>
          <a:p>
            <a:endParaRPr lang="en-US" sz="2800" b="1" dirty="0">
              <a:solidFill>
                <a:schemeClr val="bg1"/>
              </a:solidFill>
            </a:endParaRPr>
          </a:p>
          <a:p>
            <a:r>
              <a:rPr lang="en-US" sz="2800" b="1" dirty="0">
                <a:solidFill>
                  <a:schemeClr val="bg1"/>
                </a:solidFill>
              </a:rPr>
              <a:t>2. </a:t>
            </a:r>
            <a:r>
              <a:rPr lang="en-US" sz="2800" dirty="0">
                <a:solidFill>
                  <a:schemeClr val="bg1"/>
                </a:solidFill>
              </a:rPr>
              <a:t>Surprisingly, students learn at similar rates!</a:t>
            </a:r>
          </a:p>
          <a:p>
            <a:endParaRPr lang="en-US" sz="2800" dirty="0">
              <a:solidFill>
                <a:schemeClr val="bg1"/>
              </a:solidFill>
            </a:endParaRPr>
          </a:p>
          <a:p>
            <a:r>
              <a:rPr lang="en-US" sz="2800" dirty="0">
                <a:solidFill>
                  <a:schemeClr val="bg1"/>
                </a:solidFill>
              </a:rPr>
              <a:t>3. Some students still need more practice</a:t>
            </a:r>
          </a:p>
        </p:txBody>
      </p:sp>
      <p:sp>
        <p:nvSpPr>
          <p:cNvPr id="7" name="TextBox 6">
            <a:extLst>
              <a:ext uri="{FF2B5EF4-FFF2-40B4-BE49-F238E27FC236}">
                <a16:creationId xmlns:a16="http://schemas.microsoft.com/office/drawing/2014/main" id="{BC09CDC0-97A5-6A92-C8F1-DA06EE115657}"/>
              </a:ext>
            </a:extLst>
          </p:cNvPr>
          <p:cNvSpPr txBox="1"/>
          <p:nvPr/>
        </p:nvSpPr>
        <p:spPr>
          <a:xfrm>
            <a:off x="118130" y="6170967"/>
            <a:ext cx="8573844" cy="523220"/>
          </a:xfrm>
          <a:prstGeom prst="rect">
            <a:avLst/>
          </a:prstGeom>
          <a:noFill/>
        </p:spPr>
        <p:txBody>
          <a:bodyPr wrap="square">
            <a:spAutoFit/>
          </a:bodyPr>
          <a:lstStyle/>
          <a:p>
            <a:r>
              <a:rPr lang="en-US" dirty="0">
                <a:solidFill>
                  <a:schemeClr val="bg1"/>
                </a:solidFill>
              </a:rPr>
              <a:t>Koedinger, K. R. et al. Proc. Learning @ Scale 2015, 111–120. https://</a:t>
            </a:r>
            <a:r>
              <a:rPr lang="en-US" dirty="0" err="1">
                <a:solidFill>
                  <a:schemeClr val="bg1"/>
                </a:solidFill>
              </a:rPr>
              <a:t>doi.org</a:t>
            </a:r>
            <a:r>
              <a:rPr lang="en-US" dirty="0">
                <a:solidFill>
                  <a:schemeClr val="bg1"/>
                </a:solidFill>
              </a:rPr>
              <a:t>/10.1145/2724660.2724681</a:t>
            </a:r>
          </a:p>
          <a:p>
            <a:r>
              <a:rPr lang="en-US" dirty="0">
                <a:solidFill>
                  <a:schemeClr val="bg1"/>
                </a:solidFill>
              </a:rPr>
              <a:t>Van </a:t>
            </a:r>
            <a:r>
              <a:rPr lang="en-US" dirty="0" err="1">
                <a:solidFill>
                  <a:schemeClr val="bg1"/>
                </a:solidFill>
              </a:rPr>
              <a:t>Campenhout</a:t>
            </a:r>
            <a:r>
              <a:rPr lang="en-US" dirty="0">
                <a:solidFill>
                  <a:schemeClr val="bg1"/>
                </a:solidFill>
              </a:rPr>
              <a:t>, R. et al. Proc. LAK 2023. https://</a:t>
            </a:r>
            <a:r>
              <a:rPr lang="en-US" dirty="0" err="1">
                <a:solidFill>
                  <a:schemeClr val="bg1"/>
                </a:solidFill>
              </a:rPr>
              <a:t>doi.org</a:t>
            </a:r>
            <a:r>
              <a:rPr lang="en-US" dirty="0">
                <a:solidFill>
                  <a:schemeClr val="bg1"/>
                </a:solidFill>
              </a:rPr>
              <a:t>/10.1145/3576050.3576103</a:t>
            </a:r>
          </a:p>
        </p:txBody>
      </p:sp>
    </p:spTree>
    <p:extLst>
      <p:ext uri="{BB962C8B-B14F-4D97-AF65-F5344CB8AC3E}">
        <p14:creationId xmlns:p14="http://schemas.microsoft.com/office/powerpoint/2010/main" val="1644528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B9BE890-76AF-5722-4EEA-0088C86367A5}"/>
              </a:ext>
            </a:extLst>
          </p:cNvPr>
          <p:cNvPicPr>
            <a:picLocks noChangeAspect="1"/>
          </p:cNvPicPr>
          <p:nvPr/>
        </p:nvPicPr>
        <p:blipFill>
          <a:blip r:embed="rId3"/>
          <a:srcRect t="8420"/>
          <a:stretch>
            <a:fillRect/>
          </a:stretch>
        </p:blipFill>
        <p:spPr>
          <a:xfrm>
            <a:off x="364801" y="1389137"/>
            <a:ext cx="4207199" cy="2060407"/>
          </a:xfrm>
          <a:prstGeom prst="rect">
            <a:avLst/>
          </a:prstGeom>
        </p:spPr>
      </p:pic>
      <p:pic>
        <p:nvPicPr>
          <p:cNvPr id="11" name="Picture 10">
            <a:extLst>
              <a:ext uri="{FF2B5EF4-FFF2-40B4-BE49-F238E27FC236}">
                <a16:creationId xmlns:a16="http://schemas.microsoft.com/office/drawing/2014/main" id="{5FFF3915-E842-14BF-1169-C0DB13F0FDD8}"/>
              </a:ext>
            </a:extLst>
          </p:cNvPr>
          <p:cNvPicPr>
            <a:picLocks noChangeAspect="1"/>
          </p:cNvPicPr>
          <p:nvPr/>
        </p:nvPicPr>
        <p:blipFill>
          <a:blip r:embed="rId4"/>
          <a:srcRect b="2709"/>
          <a:stretch>
            <a:fillRect/>
          </a:stretch>
        </p:blipFill>
        <p:spPr>
          <a:xfrm>
            <a:off x="364801" y="3207294"/>
            <a:ext cx="4207199" cy="3313127"/>
          </a:xfrm>
          <a:prstGeom prst="rect">
            <a:avLst/>
          </a:prstGeom>
        </p:spPr>
      </p:pic>
      <p:sp>
        <p:nvSpPr>
          <p:cNvPr id="2" name="TextBox 4">
            <a:extLst>
              <a:ext uri="{FF2B5EF4-FFF2-40B4-BE49-F238E27FC236}">
                <a16:creationId xmlns:a16="http://schemas.microsoft.com/office/drawing/2014/main" id="{491361BF-62C1-AEFE-D9AC-CB0D5A14F193}"/>
              </a:ext>
            </a:extLst>
          </p:cNvPr>
          <p:cNvSpPr txBox="1">
            <a:spLocks/>
          </p:cNvSpPr>
          <p:nvPr/>
        </p:nvSpPr>
        <p:spPr>
          <a:xfrm>
            <a:off x="411480" y="274320"/>
            <a:ext cx="8321040" cy="822960"/>
          </a:xfrm>
          <a:prstGeom prst="rect">
            <a:avLst/>
          </a:prstGeom>
          <a:noFill/>
          <a:effectLst/>
        </p:spPr>
        <p:txBody>
          <a:bodyPr wrap="square" lIns="0" tIns="0" rIns="0" bIns="0" anchor="b">
            <a:normAutofit/>
          </a:bodyPr>
          <a:lstStyle>
            <a:defPPr>
              <a:defRPr lang="en-US"/>
            </a:defPPr>
            <a:lvl1pPr marL="0" algn="l" defTabSz="1371600" rtl="0" eaLnBrk="1" latinLnBrk="0" hangingPunct="1">
              <a:spcBef>
                <a:spcPct val="0"/>
              </a:spcBef>
              <a:buNone/>
              <a:defRPr sz="2700" kern="1200">
                <a:solidFill>
                  <a:srgbClr val="000000"/>
                </a:solidFill>
                <a:latin typeface="+mn-lt"/>
                <a:ea typeface="+mn-ea"/>
                <a:cs typeface="+mn-cs"/>
              </a:defRPr>
            </a:lvl1pPr>
            <a:lvl2pPr marL="685800" algn="l" defTabSz="1371600" rtl="0" eaLnBrk="1" latinLnBrk="0" hangingPunct="1">
              <a:defRPr sz="2700" kern="1200">
                <a:solidFill>
                  <a:srgbClr val="000000"/>
                </a:solidFill>
                <a:latin typeface="+mn-lt"/>
                <a:ea typeface="+mn-ea"/>
                <a:cs typeface="+mn-cs"/>
              </a:defRPr>
            </a:lvl2pPr>
            <a:lvl3pPr marL="1371600" algn="l" defTabSz="1371600" rtl="0" eaLnBrk="1" latinLnBrk="0" hangingPunct="1">
              <a:defRPr sz="2700" kern="1200">
                <a:solidFill>
                  <a:srgbClr val="000000"/>
                </a:solidFill>
                <a:latin typeface="+mn-lt"/>
                <a:ea typeface="+mn-ea"/>
                <a:cs typeface="+mn-cs"/>
              </a:defRPr>
            </a:lvl3pPr>
            <a:lvl4pPr marL="2057400" algn="l" defTabSz="1371600" rtl="0" eaLnBrk="1" latinLnBrk="0" hangingPunct="1">
              <a:defRPr sz="2700" kern="1200">
                <a:solidFill>
                  <a:srgbClr val="000000"/>
                </a:solidFill>
                <a:latin typeface="+mn-lt"/>
                <a:ea typeface="+mn-ea"/>
                <a:cs typeface="+mn-cs"/>
              </a:defRPr>
            </a:lvl4pPr>
            <a:lvl5pPr marL="2743200" algn="l" defTabSz="1371600" rtl="0" eaLnBrk="1" latinLnBrk="0" hangingPunct="1">
              <a:defRPr sz="2700" kern="1200">
                <a:solidFill>
                  <a:srgbClr val="000000"/>
                </a:solidFill>
                <a:latin typeface="+mn-lt"/>
                <a:ea typeface="+mn-ea"/>
                <a:cs typeface="+mn-cs"/>
              </a:defRPr>
            </a:lvl5pPr>
            <a:lvl6pPr marL="3429000" algn="l" defTabSz="1371600" rtl="0" eaLnBrk="1" latinLnBrk="0" hangingPunct="1">
              <a:defRPr sz="2700" kern="1200">
                <a:solidFill>
                  <a:srgbClr val="000000"/>
                </a:solidFill>
                <a:latin typeface="+mn-lt"/>
                <a:ea typeface="+mn-ea"/>
                <a:cs typeface="+mn-cs"/>
              </a:defRPr>
            </a:lvl6pPr>
            <a:lvl7pPr marL="4114800" algn="l" defTabSz="1371600" rtl="0" eaLnBrk="1" latinLnBrk="0" hangingPunct="1">
              <a:defRPr sz="2700" kern="1200">
                <a:solidFill>
                  <a:srgbClr val="000000"/>
                </a:solidFill>
                <a:latin typeface="+mn-lt"/>
                <a:ea typeface="+mn-ea"/>
                <a:cs typeface="+mn-cs"/>
              </a:defRPr>
            </a:lvl7pPr>
            <a:lvl8pPr marL="4800600" algn="l" defTabSz="1371600" rtl="0" eaLnBrk="1" latinLnBrk="0" hangingPunct="1">
              <a:defRPr sz="2700" kern="1200">
                <a:solidFill>
                  <a:srgbClr val="000000"/>
                </a:solidFill>
                <a:latin typeface="+mn-lt"/>
                <a:ea typeface="+mn-ea"/>
                <a:cs typeface="+mn-cs"/>
              </a:defRPr>
            </a:lvl8pPr>
            <a:lvl9pPr marL="5486400" algn="l" defTabSz="1371600" rtl="0" eaLnBrk="1" latinLnBrk="0" hangingPunct="1">
              <a:defRPr sz="2700" kern="1200">
                <a:solidFill>
                  <a:srgbClr val="000000"/>
                </a:solidFill>
                <a:latin typeface="+mn-lt"/>
                <a:ea typeface="+mn-ea"/>
                <a:cs typeface="+mn-cs"/>
              </a:defRPr>
            </a:lvl9pPr>
          </a:lstStyle>
          <a:p>
            <a:pPr algn="l"/>
            <a:r>
              <a:rPr lang="en-US" sz="3600" b="1" cap="none" dirty="0">
                <a:solidFill>
                  <a:srgbClr val="FFFFFF"/>
                </a:solidFill>
                <a:latin typeface="Raleway" pitchFamily="2" charset="77"/>
              </a:rPr>
              <a:t>REAL CHEM: textboo</a:t>
            </a:r>
            <a:r>
              <a:rPr lang="en-US" sz="3600" b="1" dirty="0">
                <a:solidFill>
                  <a:srgbClr val="FFFFFF"/>
                </a:solidFill>
                <a:latin typeface="Raleway" pitchFamily="2" charset="77"/>
              </a:rPr>
              <a:t>k &amp; homework</a:t>
            </a:r>
            <a:endParaRPr lang="en-US" sz="3600" b="1" cap="none" dirty="0">
              <a:solidFill>
                <a:srgbClr val="FFFFFF"/>
              </a:solidFill>
              <a:latin typeface="Raleway" pitchFamily="2" charset="77"/>
            </a:endParaRPr>
          </a:p>
        </p:txBody>
      </p:sp>
      <p:pic>
        <p:nvPicPr>
          <p:cNvPr id="3" name="Picture 2">
            <a:extLst>
              <a:ext uri="{FF2B5EF4-FFF2-40B4-BE49-F238E27FC236}">
                <a16:creationId xmlns:a16="http://schemas.microsoft.com/office/drawing/2014/main" id="{4A4A7290-AC41-7E65-2ECB-E1CC6ABFD02F}"/>
              </a:ext>
            </a:extLst>
          </p:cNvPr>
          <p:cNvPicPr>
            <a:picLocks noChangeAspect="1"/>
          </p:cNvPicPr>
          <p:nvPr/>
        </p:nvPicPr>
        <p:blipFill>
          <a:blip r:embed="rId5"/>
          <a:srcRect l="15991" r="30577"/>
          <a:stretch>
            <a:fillRect/>
          </a:stretch>
        </p:blipFill>
        <p:spPr>
          <a:xfrm>
            <a:off x="4763384" y="1393732"/>
            <a:ext cx="3969135" cy="5184822"/>
          </a:xfrm>
          <a:prstGeom prst="rect">
            <a:avLst/>
          </a:prstGeom>
        </p:spPr>
      </p:pic>
      <p:sp>
        <p:nvSpPr>
          <p:cNvPr id="4" name="Google Shape;477;p67">
            <a:extLst>
              <a:ext uri="{FF2B5EF4-FFF2-40B4-BE49-F238E27FC236}">
                <a16:creationId xmlns:a16="http://schemas.microsoft.com/office/drawing/2014/main" id="{A8A29724-404C-38EC-FB33-CD76283B890C}"/>
              </a:ext>
            </a:extLst>
          </p:cNvPr>
          <p:cNvSpPr txBox="1"/>
          <p:nvPr/>
        </p:nvSpPr>
        <p:spPr>
          <a:xfrm>
            <a:off x="5490994" y="5977377"/>
            <a:ext cx="3432909" cy="623299"/>
          </a:xfrm>
          <a:prstGeom prst="rect">
            <a:avLst/>
          </a:prstGeom>
          <a:noFill/>
          <a:ln>
            <a:noFill/>
          </a:ln>
        </p:spPr>
        <p:txBody>
          <a:bodyPr spcFirstLastPara="1" wrap="square" lIns="91425" tIns="91425" rIns="91425" bIns="91425" anchor="t" anchorCtr="0">
            <a:noAutofit/>
          </a:bodyPr>
          <a:lstStyle/>
          <a:p>
            <a:pPr>
              <a:lnSpc>
                <a:spcPct val="90000"/>
              </a:lnSpc>
              <a:spcBef>
                <a:spcPts val="200"/>
              </a:spcBef>
            </a:pPr>
            <a:r>
              <a:rPr lang="en" sz="1600" dirty="0">
                <a:solidFill>
                  <a:srgbClr val="FFD029"/>
                </a:solidFill>
                <a:latin typeface="Nunito Sans"/>
                <a:ea typeface="Nunito Sans"/>
                <a:cs typeface="Nunito Sans"/>
                <a:sym typeface="Nunito Sans"/>
              </a:rPr>
              <a:t>Skill: Compare frequency, wavelength, and energy of photons</a:t>
            </a:r>
            <a:endParaRPr sz="1000" dirty="0">
              <a:solidFill>
                <a:srgbClr val="FFD029"/>
              </a:solidFill>
              <a:latin typeface="Nunito Sans"/>
              <a:ea typeface="Nunito Sans"/>
              <a:cs typeface="Nunito Sans"/>
              <a:sym typeface="Nunito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6">
          <a:extLst>
            <a:ext uri="{FF2B5EF4-FFF2-40B4-BE49-F238E27FC236}">
              <a16:creationId xmlns:a16="http://schemas.microsoft.com/office/drawing/2014/main" id="{D1994EDD-854A-4017-CFBE-53F2BA64BCA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693F62FE-236F-5879-8E5E-7A1A71D2C985}"/>
              </a:ext>
            </a:extLst>
          </p:cNvPr>
          <p:cNvSpPr>
            <a:spLocks noGrp="1"/>
          </p:cNvSpPr>
          <p:nvPr>
            <p:ph type="title"/>
          </p:nvPr>
        </p:nvSpPr>
        <p:spPr>
          <a:xfrm>
            <a:off x="311698" y="238156"/>
            <a:ext cx="8680184" cy="763600"/>
          </a:xfrm>
        </p:spPr>
        <p:txBody>
          <a:bodyPr>
            <a:noAutofit/>
          </a:bodyPr>
          <a:lstStyle/>
          <a:p>
            <a:r>
              <a:rPr lang="en-US" sz="3200" b="1" dirty="0">
                <a:solidFill>
                  <a:schemeClr val="bg1"/>
                </a:solidFill>
                <a:latin typeface="Raleway" pitchFamily="2" charset="77"/>
              </a:rPr>
              <a:t>Module practice: Text with integrated practice</a:t>
            </a:r>
          </a:p>
        </p:txBody>
      </p:sp>
      <p:sp>
        <p:nvSpPr>
          <p:cNvPr id="4" name="TextBox 3">
            <a:extLst>
              <a:ext uri="{FF2B5EF4-FFF2-40B4-BE49-F238E27FC236}">
                <a16:creationId xmlns:a16="http://schemas.microsoft.com/office/drawing/2014/main" id="{744D594C-1A69-4E91-2084-57E57611A0E4}"/>
              </a:ext>
            </a:extLst>
          </p:cNvPr>
          <p:cNvSpPr txBox="1"/>
          <p:nvPr/>
        </p:nvSpPr>
        <p:spPr>
          <a:xfrm>
            <a:off x="1927516" y="1230480"/>
            <a:ext cx="1222204" cy="461665"/>
          </a:xfrm>
          <a:prstGeom prst="rect">
            <a:avLst/>
          </a:prstGeom>
          <a:noFill/>
        </p:spPr>
        <p:txBody>
          <a:bodyPr wrap="square" rtlCol="0">
            <a:spAutoFit/>
          </a:bodyPr>
          <a:lstStyle/>
          <a:p>
            <a:r>
              <a:rPr lang="en-US" sz="2400" dirty="0">
                <a:solidFill>
                  <a:schemeClr val="bg1"/>
                </a:solidFill>
              </a:rPr>
              <a:t>Text</a:t>
            </a:r>
            <a:endParaRPr lang="en-US" sz="1800" dirty="0">
              <a:solidFill>
                <a:schemeClr val="bg1"/>
              </a:solidFill>
            </a:endParaRPr>
          </a:p>
        </p:txBody>
      </p:sp>
      <p:pic>
        <p:nvPicPr>
          <p:cNvPr id="6" name="Picture 5">
            <a:extLst>
              <a:ext uri="{FF2B5EF4-FFF2-40B4-BE49-F238E27FC236}">
                <a16:creationId xmlns:a16="http://schemas.microsoft.com/office/drawing/2014/main" id="{4BD2B429-A320-4E07-FB8B-511B56E2A02E}"/>
              </a:ext>
            </a:extLst>
          </p:cNvPr>
          <p:cNvPicPr>
            <a:picLocks noChangeAspect="1"/>
          </p:cNvPicPr>
          <p:nvPr/>
        </p:nvPicPr>
        <p:blipFill>
          <a:blip r:embed="rId3"/>
          <a:srcRect l="4871" t="3251" r="18866"/>
          <a:stretch>
            <a:fillRect/>
          </a:stretch>
        </p:blipFill>
        <p:spPr>
          <a:xfrm>
            <a:off x="4708405" y="1716031"/>
            <a:ext cx="4283477" cy="4055802"/>
          </a:xfrm>
          <a:prstGeom prst="rect">
            <a:avLst/>
          </a:prstGeom>
        </p:spPr>
      </p:pic>
      <p:sp>
        <p:nvSpPr>
          <p:cNvPr id="8" name="TextBox 7">
            <a:extLst>
              <a:ext uri="{FF2B5EF4-FFF2-40B4-BE49-F238E27FC236}">
                <a16:creationId xmlns:a16="http://schemas.microsoft.com/office/drawing/2014/main" id="{59B6B73D-90C3-0532-C78A-3F1716AF2B64}"/>
              </a:ext>
            </a:extLst>
          </p:cNvPr>
          <p:cNvSpPr txBox="1"/>
          <p:nvPr/>
        </p:nvSpPr>
        <p:spPr>
          <a:xfrm>
            <a:off x="5605778" y="1230479"/>
            <a:ext cx="2223686" cy="461665"/>
          </a:xfrm>
          <a:prstGeom prst="rect">
            <a:avLst/>
          </a:prstGeom>
          <a:noFill/>
        </p:spPr>
        <p:txBody>
          <a:bodyPr wrap="none" rtlCol="0">
            <a:spAutoFit/>
          </a:bodyPr>
          <a:lstStyle/>
          <a:p>
            <a:r>
              <a:rPr lang="en-US" sz="2400" dirty="0">
                <a:solidFill>
                  <a:schemeClr val="bg1"/>
                </a:solidFill>
              </a:rPr>
              <a:t>Learn by doing</a:t>
            </a:r>
          </a:p>
        </p:txBody>
      </p:sp>
      <p:sp>
        <p:nvSpPr>
          <p:cNvPr id="12" name="TextBox 11">
            <a:extLst>
              <a:ext uri="{FF2B5EF4-FFF2-40B4-BE49-F238E27FC236}">
                <a16:creationId xmlns:a16="http://schemas.microsoft.com/office/drawing/2014/main" id="{0A8C06F4-A0FD-62C4-2633-D0B9B392FF0B}"/>
              </a:ext>
            </a:extLst>
          </p:cNvPr>
          <p:cNvSpPr txBox="1"/>
          <p:nvPr/>
        </p:nvSpPr>
        <p:spPr>
          <a:xfrm>
            <a:off x="5253" y="5920026"/>
            <a:ext cx="8596736" cy="830997"/>
          </a:xfrm>
          <a:prstGeom prst="rect">
            <a:avLst/>
          </a:prstGeom>
          <a:noFill/>
        </p:spPr>
        <p:txBody>
          <a:bodyPr wrap="square" rtlCol="0">
            <a:spAutoFit/>
          </a:bodyPr>
          <a:lstStyle/>
          <a:p>
            <a:r>
              <a:rPr lang="en-US" sz="2400" dirty="0">
                <a:solidFill>
                  <a:schemeClr val="bg1"/>
                </a:solidFill>
              </a:rPr>
              <a:t>Student interactions tracked throughout</a:t>
            </a:r>
          </a:p>
          <a:p>
            <a:r>
              <a:rPr lang="en-US" sz="2400" dirty="0">
                <a:solidFill>
                  <a:schemeClr val="bg1"/>
                </a:solidFill>
              </a:rPr>
              <a:t>13 million interactions / semester at 40 institutions  </a:t>
            </a:r>
          </a:p>
        </p:txBody>
      </p:sp>
      <p:pic>
        <p:nvPicPr>
          <p:cNvPr id="17" name="Picture 16">
            <a:extLst>
              <a:ext uri="{FF2B5EF4-FFF2-40B4-BE49-F238E27FC236}">
                <a16:creationId xmlns:a16="http://schemas.microsoft.com/office/drawing/2014/main" id="{942CFC89-F294-1898-6FA8-2A3E3A5F4EC6}"/>
              </a:ext>
            </a:extLst>
          </p:cNvPr>
          <p:cNvPicPr>
            <a:picLocks noChangeAspect="1"/>
          </p:cNvPicPr>
          <p:nvPr/>
        </p:nvPicPr>
        <p:blipFill>
          <a:blip r:embed="rId4"/>
          <a:stretch>
            <a:fillRect/>
          </a:stretch>
        </p:blipFill>
        <p:spPr>
          <a:xfrm>
            <a:off x="126643" y="1716031"/>
            <a:ext cx="4445355" cy="4049022"/>
          </a:xfrm>
          <a:prstGeom prst="rect">
            <a:avLst/>
          </a:prstGeom>
        </p:spPr>
      </p:pic>
    </p:spTree>
    <p:extLst>
      <p:ext uri="{BB962C8B-B14F-4D97-AF65-F5344CB8AC3E}">
        <p14:creationId xmlns:p14="http://schemas.microsoft.com/office/powerpoint/2010/main" val="18630476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E3AA3-8260-BC9F-C50F-BBE3E83B7F64}"/>
              </a:ext>
            </a:extLst>
          </p:cNvPr>
          <p:cNvSpPr>
            <a:spLocks noGrp="1"/>
          </p:cNvSpPr>
          <p:nvPr>
            <p:ph type="title"/>
          </p:nvPr>
        </p:nvSpPr>
        <p:spPr>
          <a:xfrm>
            <a:off x="311700" y="149059"/>
            <a:ext cx="8520600" cy="763600"/>
          </a:xfrm>
        </p:spPr>
        <p:txBody>
          <a:bodyPr>
            <a:normAutofit fontScale="90000"/>
          </a:bodyPr>
          <a:lstStyle/>
          <a:p>
            <a:r>
              <a:rPr lang="en-US" dirty="0">
                <a:solidFill>
                  <a:schemeClr val="bg1"/>
                </a:solidFill>
              </a:rPr>
              <a:t>Checkpoint (homework) time and performance changes over time</a:t>
            </a:r>
          </a:p>
        </p:txBody>
      </p:sp>
      <p:sp>
        <p:nvSpPr>
          <p:cNvPr id="3" name="Text Placeholder 2">
            <a:extLst>
              <a:ext uri="{FF2B5EF4-FFF2-40B4-BE49-F238E27FC236}">
                <a16:creationId xmlns:a16="http://schemas.microsoft.com/office/drawing/2014/main" id="{17FD118B-530B-03CB-E2CC-6C4D0AB01714}"/>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24287A93-F38C-DF97-DF72-F3D9C53F443D}"/>
              </a:ext>
            </a:extLst>
          </p:cNvPr>
          <p:cNvPicPr>
            <a:picLocks noChangeAspect="1"/>
          </p:cNvPicPr>
          <p:nvPr/>
        </p:nvPicPr>
        <p:blipFill>
          <a:blip r:embed="rId3"/>
          <a:srcRect r="50511"/>
          <a:stretch>
            <a:fillRect/>
          </a:stretch>
        </p:blipFill>
        <p:spPr>
          <a:xfrm>
            <a:off x="169196" y="1350048"/>
            <a:ext cx="4402804" cy="3922596"/>
          </a:xfrm>
          <a:prstGeom prst="rect">
            <a:avLst/>
          </a:prstGeom>
        </p:spPr>
      </p:pic>
      <p:pic>
        <p:nvPicPr>
          <p:cNvPr id="6" name="Picture 5">
            <a:extLst>
              <a:ext uri="{FF2B5EF4-FFF2-40B4-BE49-F238E27FC236}">
                <a16:creationId xmlns:a16="http://schemas.microsoft.com/office/drawing/2014/main" id="{63AF629E-B516-9E6A-CCB9-476442EE72A9}"/>
              </a:ext>
            </a:extLst>
          </p:cNvPr>
          <p:cNvPicPr>
            <a:picLocks noChangeAspect="1"/>
          </p:cNvPicPr>
          <p:nvPr/>
        </p:nvPicPr>
        <p:blipFill>
          <a:blip r:embed="rId3"/>
          <a:srcRect l="49489"/>
          <a:stretch>
            <a:fillRect/>
          </a:stretch>
        </p:blipFill>
        <p:spPr>
          <a:xfrm>
            <a:off x="4572000" y="1350048"/>
            <a:ext cx="4493642" cy="3922596"/>
          </a:xfrm>
          <a:prstGeom prst="rect">
            <a:avLst/>
          </a:prstGeom>
        </p:spPr>
      </p:pic>
    </p:spTree>
    <p:extLst>
      <p:ext uri="{BB962C8B-B14F-4D97-AF65-F5344CB8AC3E}">
        <p14:creationId xmlns:p14="http://schemas.microsoft.com/office/powerpoint/2010/main" val="1100041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1700" y="258280"/>
            <a:ext cx="8520600" cy="763600"/>
          </a:xfrm>
        </p:spPr>
        <p:txBody>
          <a:bodyPr/>
          <a:lstStyle/>
          <a:p>
            <a:r>
              <a:rPr lang="en-US" dirty="0">
                <a:solidFill>
                  <a:srgbClr val="FFFFFF"/>
                </a:solidFill>
              </a:rPr>
              <a:t>Matches </a:t>
            </a:r>
            <a:r>
              <a:rPr dirty="0">
                <a:solidFill>
                  <a:srgbClr val="FFFFFF"/>
                </a:solidFill>
              </a:rPr>
              <a:t>AI us</a:t>
            </a:r>
            <a:r>
              <a:rPr lang="en-US" dirty="0">
                <a:solidFill>
                  <a:srgbClr val="FFFFFF"/>
                </a:solidFill>
              </a:rPr>
              <a:t>e in other literature studies</a:t>
            </a:r>
            <a:endParaRPr dirty="0">
              <a:solidFill>
                <a:srgbClr val="FFFFFF"/>
              </a:solidFill>
            </a:endParaRPr>
          </a:p>
        </p:txBody>
      </p:sp>
      <p:pic>
        <p:nvPicPr>
          <p:cNvPr id="3" name="Picture 2" descr="stromberg_hw_slide.png"/>
          <p:cNvPicPr>
            <a:picLocks noChangeAspect="1"/>
          </p:cNvPicPr>
          <p:nvPr/>
        </p:nvPicPr>
        <p:blipFill>
          <a:blip r:embed="rId2"/>
          <a:stretch>
            <a:fillRect/>
          </a:stretch>
        </p:blipFill>
        <p:spPr>
          <a:xfrm>
            <a:off x="365760" y="1051560"/>
            <a:ext cx="8412480" cy="2514600"/>
          </a:xfrm>
          <a:prstGeom prst="rect">
            <a:avLst/>
          </a:prstGeom>
        </p:spPr>
      </p:pic>
      <p:pic>
        <p:nvPicPr>
          <p:cNvPr id="4" name="Exam score (animated)" descr="stromberg_exam_slide.png"/>
          <p:cNvPicPr>
            <a:picLocks noChangeAspect="1"/>
          </p:cNvPicPr>
          <p:nvPr/>
        </p:nvPicPr>
        <p:blipFill>
          <a:blip r:embed="rId3"/>
          <a:stretch>
            <a:fillRect/>
          </a:stretch>
        </p:blipFill>
        <p:spPr>
          <a:xfrm>
            <a:off x="4572000" y="3703320"/>
            <a:ext cx="4206240" cy="2514600"/>
          </a:xfrm>
          <a:prstGeom prst="rect">
            <a:avLst/>
          </a:prstGeom>
        </p:spPr>
      </p:pic>
      <p:sp>
        <p:nvSpPr>
          <p:cNvPr id="5" name="TextBox 4"/>
          <p:cNvSpPr txBox="1"/>
          <p:nvPr/>
        </p:nvSpPr>
        <p:spPr>
          <a:xfrm>
            <a:off x="365760" y="4983480"/>
            <a:ext cx="3840479" cy="1645920"/>
          </a:xfrm>
          <a:prstGeom prst="rect">
            <a:avLst/>
          </a:prstGeom>
          <a:noFill/>
        </p:spPr>
        <p:txBody>
          <a:bodyPr wrap="square">
            <a:spAutoFit/>
          </a:bodyPr>
          <a:lstStyle/>
          <a:p>
            <a:pPr>
              <a:spcAft>
                <a:spcPts val="600"/>
              </a:spcAft>
              <a:defRPr sz="1600">
                <a:solidFill>
                  <a:srgbClr val="FFFFFF"/>
                </a:solidFill>
              </a:defRPr>
            </a:pPr>
            <a:r>
              <a:rPr dirty="0"/>
              <a:t>26,811 Chinese students, grades 7–12</a:t>
            </a:r>
          </a:p>
          <a:p>
            <a:pPr>
              <a:spcAft>
                <a:spcPts val="600"/>
              </a:spcAft>
              <a:defRPr sz="1400">
                <a:solidFill>
                  <a:srgbClr val="FFFFFF"/>
                </a:solidFill>
              </a:defRPr>
            </a:pPr>
            <a:r>
              <a:rPr dirty="0"/>
              <a:t>Scores scaled so the pre-AI average = 100</a:t>
            </a:r>
          </a:p>
          <a:p>
            <a:pPr>
              <a:spcAft>
                <a:spcPts val="600"/>
              </a:spcAft>
              <a:defRPr sz="1200">
                <a:solidFill>
                  <a:srgbClr val="FFFFFF"/>
                </a:solidFill>
              </a:defRPr>
            </a:pPr>
            <a:r>
              <a:rPr dirty="0"/>
              <a:t>Strömberg, D.; Lei, V.; Wu, Y. SSRN 6868618, June 2026.</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E06033BB-DBE4-250E-EF5A-DA2A662CF685}"/>
              </a:ext>
            </a:extLst>
          </p:cNvPr>
          <p:cNvPicPr>
            <a:picLocks noChangeAspect="1"/>
          </p:cNvPicPr>
          <p:nvPr/>
        </p:nvPicPr>
        <p:blipFill>
          <a:blip r:embed="rId3"/>
          <a:stretch>
            <a:fillRect/>
          </a:stretch>
        </p:blipFill>
        <p:spPr>
          <a:xfrm>
            <a:off x="301991" y="1732454"/>
            <a:ext cx="5128708" cy="4363652"/>
          </a:xfrm>
          <a:prstGeom prst="rect">
            <a:avLst/>
          </a:prstGeom>
        </p:spPr>
      </p:pic>
      <p:sp>
        <p:nvSpPr>
          <p:cNvPr id="14" name="TextBox 13">
            <a:extLst>
              <a:ext uri="{FF2B5EF4-FFF2-40B4-BE49-F238E27FC236}">
                <a16:creationId xmlns:a16="http://schemas.microsoft.com/office/drawing/2014/main" id="{DB66EEFB-6301-DAF6-DB9E-4A9A89773E5B}"/>
              </a:ext>
            </a:extLst>
          </p:cNvPr>
          <p:cNvSpPr txBox="1"/>
          <p:nvPr/>
        </p:nvSpPr>
        <p:spPr>
          <a:xfrm>
            <a:off x="1160465" y="2419857"/>
            <a:ext cx="1556079" cy="101566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Myriad Pro"/>
              </a:defRPr>
            </a:pPr>
            <a:r>
              <a:rPr kumimoji="0" lang="en-US" sz="2000" b="1" i="0" u="none" strike="noStrike" kern="1200" cap="none" spc="0" normalizeH="0" baseline="0" noProof="0" dirty="0">
                <a:ln>
                  <a:noFill/>
                </a:ln>
                <a:solidFill>
                  <a:srgbClr val="FF7F0F"/>
                </a:solidFill>
                <a:effectLst/>
                <a:uLnTx/>
                <a:uFillTx/>
                <a:latin typeface="Raleway" pitchFamily="2" charset="77"/>
                <a:ea typeface="+mn-ea"/>
                <a:cs typeface="Arial"/>
                <a:sym typeface="Arial"/>
              </a:rPr>
              <a:t>high</a:t>
            </a:r>
          </a:p>
          <a:p>
            <a:pPr marL="0" marR="0" lvl="0" indent="0" algn="l" defTabSz="914400" rtl="0" eaLnBrk="1" fontAlgn="auto" latinLnBrk="0" hangingPunct="1">
              <a:lnSpc>
                <a:spcPct val="100000"/>
              </a:lnSpc>
              <a:spcBef>
                <a:spcPts val="0"/>
              </a:spcBef>
              <a:spcAft>
                <a:spcPts val="0"/>
              </a:spcAft>
              <a:buClrTx/>
              <a:buSzTx/>
              <a:buFontTx/>
              <a:buNone/>
              <a:tabLst/>
              <a:defRPr>
                <a:latin typeface="Myriad Pro"/>
              </a:defRPr>
            </a:pPr>
            <a:r>
              <a:rPr kumimoji="0" lang="en-US" sz="2000" b="1" i="0" u="none" strike="noStrike" kern="1200" cap="none" spc="0" normalizeH="0" baseline="0" noProof="0" dirty="0">
                <a:ln>
                  <a:noFill/>
                </a:ln>
                <a:solidFill>
                  <a:srgbClr val="FF7F0F"/>
                </a:solidFill>
                <a:effectLst/>
                <a:uLnTx/>
                <a:uFillTx/>
                <a:latin typeface="Raleway" pitchFamily="2" charset="77"/>
                <a:ea typeface="+mn-ea"/>
                <a:cs typeface="Arial"/>
                <a:sym typeface="Arial"/>
              </a:rPr>
              <a:t>initial knowledge</a:t>
            </a:r>
          </a:p>
        </p:txBody>
      </p:sp>
      <p:sp>
        <p:nvSpPr>
          <p:cNvPr id="15" name="TextBox 14">
            <a:extLst>
              <a:ext uri="{FF2B5EF4-FFF2-40B4-BE49-F238E27FC236}">
                <a16:creationId xmlns:a16="http://schemas.microsoft.com/office/drawing/2014/main" id="{803A5023-E185-E2C1-B331-A38EF57515F3}"/>
              </a:ext>
            </a:extLst>
          </p:cNvPr>
          <p:cNvSpPr txBox="1"/>
          <p:nvPr/>
        </p:nvSpPr>
        <p:spPr>
          <a:xfrm>
            <a:off x="1374253" y="5046589"/>
            <a:ext cx="3219873"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Myriad Pro"/>
              </a:defRPr>
            </a:pPr>
            <a:r>
              <a:rPr kumimoji="0" lang="en-US" sz="2000" b="1" i="0" u="none" strike="noStrike" kern="1200" cap="none" spc="0" normalizeH="0" baseline="0" noProof="0" dirty="0">
                <a:ln>
                  <a:noFill/>
                </a:ln>
                <a:solidFill>
                  <a:srgbClr val="1E77B4"/>
                </a:solidFill>
                <a:effectLst/>
                <a:uLnTx/>
                <a:uFillTx/>
                <a:latin typeface="Raleway" pitchFamily="2" charset="77"/>
                <a:ea typeface="+mn-ea"/>
                <a:cs typeface="Arial"/>
                <a:sym typeface="Arial"/>
              </a:rPr>
              <a:t>low initial knowledge</a:t>
            </a:r>
          </a:p>
        </p:txBody>
      </p:sp>
      <p:sp>
        <p:nvSpPr>
          <p:cNvPr id="17" name="TextBox 16">
            <a:extLst>
              <a:ext uri="{FF2B5EF4-FFF2-40B4-BE49-F238E27FC236}">
                <a16:creationId xmlns:a16="http://schemas.microsoft.com/office/drawing/2014/main" id="{A8DC4147-3345-4F7B-CC18-35E7655B6630}"/>
              </a:ext>
            </a:extLst>
          </p:cNvPr>
          <p:cNvSpPr txBox="1"/>
          <p:nvPr/>
        </p:nvSpPr>
        <p:spPr>
          <a:xfrm>
            <a:off x="3367310" y="3470679"/>
            <a:ext cx="2063389"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Myriad Pro"/>
              </a:defRPr>
            </a:pPr>
            <a:r>
              <a:rPr kumimoji="0" lang="en-US" sz="2000" b="1" i="0" u="none" strike="noStrike" kern="1200" cap="none" spc="0" normalizeH="0" baseline="0" noProof="0" dirty="0">
                <a:ln>
                  <a:noFill/>
                </a:ln>
                <a:solidFill>
                  <a:prstClr val="black"/>
                </a:solidFill>
                <a:effectLst/>
                <a:uLnTx/>
                <a:uFillTx/>
                <a:latin typeface="Raleway SemiBold" pitchFamily="2" charset="77"/>
                <a:ea typeface="+mn-ea"/>
                <a:cs typeface="Arial"/>
                <a:sym typeface="Arial"/>
              </a:rPr>
              <a:t>Performance gap widens despite equal learning rate</a:t>
            </a:r>
          </a:p>
        </p:txBody>
      </p:sp>
      <p:cxnSp>
        <p:nvCxnSpPr>
          <p:cNvPr id="22" name="Straight Connector 21">
            <a:extLst>
              <a:ext uri="{FF2B5EF4-FFF2-40B4-BE49-F238E27FC236}">
                <a16:creationId xmlns:a16="http://schemas.microsoft.com/office/drawing/2014/main" id="{80A1425A-1891-895D-4381-975B0C97FDA0}"/>
              </a:ext>
            </a:extLst>
          </p:cNvPr>
          <p:cNvCxnSpPr>
            <a:cxnSpLocks/>
          </p:cNvCxnSpPr>
          <p:nvPr/>
        </p:nvCxnSpPr>
        <p:spPr>
          <a:xfrm flipH="1">
            <a:off x="3132555" y="2700169"/>
            <a:ext cx="988061" cy="862088"/>
          </a:xfrm>
          <a:prstGeom prst="line">
            <a:avLst/>
          </a:prstGeom>
          <a:ln w="27887" cmpd="sng">
            <a:solidFill>
              <a:srgbClr val="0A883F"/>
            </a:solidFill>
            <a:headEnd type="diamond"/>
          </a:ln>
          <a:effectLst/>
        </p:spPr>
        <p:style>
          <a:lnRef idx="2">
            <a:srgbClr val="4BACC6"/>
          </a:lnRef>
          <a:fillRef idx="0">
            <a:srgbClr val="4BACC6"/>
          </a:fillRef>
          <a:effectRef idx="1">
            <a:srgbClr val="4BACC6"/>
          </a:effectRef>
          <a:fontRef idx="minor">
            <a:srgbClr val="000000"/>
          </a:fontRef>
        </p:style>
      </p:cxnSp>
      <p:sp>
        <p:nvSpPr>
          <p:cNvPr id="43" name="TextBox 42">
            <a:extLst>
              <a:ext uri="{FF2B5EF4-FFF2-40B4-BE49-F238E27FC236}">
                <a16:creationId xmlns:a16="http://schemas.microsoft.com/office/drawing/2014/main" id="{7AE6D1FC-CA8D-2A1F-2CF2-693A7C092FCE}"/>
              </a:ext>
            </a:extLst>
          </p:cNvPr>
          <p:cNvSpPr txBox="1"/>
          <p:nvPr/>
        </p:nvSpPr>
        <p:spPr>
          <a:xfrm>
            <a:off x="2108499" y="1847136"/>
            <a:ext cx="3322200"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Myriad Pro"/>
              </a:defRPr>
            </a:pPr>
            <a:r>
              <a:rPr kumimoji="0" lang="en-US" sz="2000" b="1" i="0" u="none" strike="noStrike" kern="1200" cap="none" spc="0" normalizeH="0" baseline="0" noProof="0" dirty="0">
                <a:ln>
                  <a:noFill/>
                </a:ln>
                <a:solidFill>
                  <a:srgbClr val="0A883F"/>
                </a:solidFill>
                <a:effectLst/>
                <a:uLnTx/>
                <a:uFillTx/>
                <a:latin typeface="Raleway SemiBold" pitchFamily="2" charset="77"/>
                <a:ea typeface="+mn-ea"/>
                <a:cs typeface="Arial"/>
                <a:sym typeface="Arial"/>
              </a:rPr>
              <a:t>1. How to get students the practice they need?</a:t>
            </a:r>
          </a:p>
        </p:txBody>
      </p:sp>
      <p:sp>
        <p:nvSpPr>
          <p:cNvPr id="4" name="TextBox 4">
            <a:extLst>
              <a:ext uri="{FF2B5EF4-FFF2-40B4-BE49-F238E27FC236}">
                <a16:creationId xmlns:a16="http://schemas.microsoft.com/office/drawing/2014/main" id="{6215C70F-693D-4B66-5E57-58F33A3D2559}"/>
              </a:ext>
            </a:extLst>
          </p:cNvPr>
          <p:cNvSpPr txBox="1">
            <a:spLocks noGrp="1"/>
          </p:cNvSpPr>
          <p:nvPr>
            <p:ph type="title" idx="4294967295"/>
          </p:nvPr>
        </p:nvSpPr>
        <p:spPr>
          <a:xfrm>
            <a:off x="411480" y="274321"/>
            <a:ext cx="8321040" cy="439862"/>
          </a:xfrm>
          <a:prstGeom prst="rect">
            <a:avLst/>
          </a:prstGeom>
          <a:noFill/>
          <a:effectLst/>
        </p:spPr>
        <p:txBody>
          <a:bodyPr wrap="square" lIns="0" tIns="0" rIns="0" bIns="0" anchor="b">
            <a:normAutofit fontScale="90000"/>
          </a:bodyPr>
          <a:lstStyle>
            <a:defPPr>
              <a:defRPr lang="en-US"/>
            </a:defPPr>
            <a:lvl1pPr marL="0" algn="l" defTabSz="1371600" rtl="0" eaLnBrk="1" latinLnBrk="0" hangingPunct="1">
              <a:defRPr sz="2700" kern="1200">
                <a:solidFill>
                  <a:srgbClr val="000000"/>
                </a:solidFill>
                <a:latin typeface="+mn-lt"/>
                <a:ea typeface="+mn-ea"/>
                <a:cs typeface="+mn-cs"/>
              </a:defRPr>
            </a:lvl1pPr>
            <a:lvl2pPr marL="685800" algn="l" defTabSz="1371600" rtl="0" eaLnBrk="1" latinLnBrk="0" hangingPunct="1">
              <a:defRPr sz="2700" kern="1200">
                <a:solidFill>
                  <a:srgbClr val="000000"/>
                </a:solidFill>
                <a:latin typeface="+mn-lt"/>
                <a:ea typeface="+mn-ea"/>
                <a:cs typeface="+mn-cs"/>
              </a:defRPr>
            </a:lvl2pPr>
            <a:lvl3pPr marL="1371600" algn="l" defTabSz="1371600" rtl="0" eaLnBrk="1" latinLnBrk="0" hangingPunct="1">
              <a:defRPr sz="2700" kern="1200">
                <a:solidFill>
                  <a:srgbClr val="000000"/>
                </a:solidFill>
                <a:latin typeface="+mn-lt"/>
                <a:ea typeface="+mn-ea"/>
                <a:cs typeface="+mn-cs"/>
              </a:defRPr>
            </a:lvl3pPr>
            <a:lvl4pPr marL="2057400" algn="l" defTabSz="1371600" rtl="0" eaLnBrk="1" latinLnBrk="0" hangingPunct="1">
              <a:defRPr sz="2700" kern="1200">
                <a:solidFill>
                  <a:srgbClr val="000000"/>
                </a:solidFill>
                <a:latin typeface="+mn-lt"/>
                <a:ea typeface="+mn-ea"/>
                <a:cs typeface="+mn-cs"/>
              </a:defRPr>
            </a:lvl4pPr>
            <a:lvl5pPr marL="2743200" algn="l" defTabSz="1371600" rtl="0" eaLnBrk="1" latinLnBrk="0" hangingPunct="1">
              <a:defRPr sz="2700" kern="1200">
                <a:solidFill>
                  <a:srgbClr val="000000"/>
                </a:solidFill>
                <a:latin typeface="+mn-lt"/>
                <a:ea typeface="+mn-ea"/>
                <a:cs typeface="+mn-cs"/>
              </a:defRPr>
            </a:lvl5pPr>
            <a:lvl6pPr marL="3429000" algn="l" defTabSz="1371600" rtl="0" eaLnBrk="1" latinLnBrk="0" hangingPunct="1">
              <a:defRPr sz="2700" kern="1200">
                <a:solidFill>
                  <a:srgbClr val="000000"/>
                </a:solidFill>
                <a:latin typeface="+mn-lt"/>
                <a:ea typeface="+mn-ea"/>
                <a:cs typeface="+mn-cs"/>
              </a:defRPr>
            </a:lvl6pPr>
            <a:lvl7pPr marL="4114800" algn="l" defTabSz="1371600" rtl="0" eaLnBrk="1" latinLnBrk="0" hangingPunct="1">
              <a:defRPr sz="2700" kern="1200">
                <a:solidFill>
                  <a:srgbClr val="000000"/>
                </a:solidFill>
                <a:latin typeface="+mn-lt"/>
                <a:ea typeface="+mn-ea"/>
                <a:cs typeface="+mn-cs"/>
              </a:defRPr>
            </a:lvl7pPr>
            <a:lvl8pPr marL="4800600" algn="l" defTabSz="1371600" rtl="0" eaLnBrk="1" latinLnBrk="0" hangingPunct="1">
              <a:defRPr sz="2700" kern="1200">
                <a:solidFill>
                  <a:srgbClr val="000000"/>
                </a:solidFill>
                <a:latin typeface="+mn-lt"/>
                <a:ea typeface="+mn-ea"/>
                <a:cs typeface="+mn-cs"/>
              </a:defRPr>
            </a:lvl8pPr>
            <a:lvl9pPr marL="5486400" algn="l" defTabSz="1371600" rtl="0" eaLnBrk="1" latinLnBrk="0" hangingPunct="1">
              <a:defRPr sz="2700" kern="1200">
                <a:solidFill>
                  <a:srgbClr val="000000"/>
                </a:solidFill>
                <a:latin typeface="+mn-lt"/>
                <a:ea typeface="+mn-ea"/>
                <a:cs typeface="+mn-cs"/>
              </a:defRPr>
            </a:lvl9pPr>
          </a:lstStyle>
          <a:p>
            <a:pPr algn="l"/>
            <a:r>
              <a:rPr lang="en-US" sz="3600" b="1" dirty="0">
                <a:solidFill>
                  <a:srgbClr val="FFFFFF"/>
                </a:solidFill>
                <a:latin typeface="Raleway" pitchFamily="2" charset="77"/>
              </a:rPr>
              <a:t>Additive factors model</a:t>
            </a:r>
            <a:endParaRPr lang="en-US" sz="3600" b="1" cap="none" dirty="0">
              <a:solidFill>
                <a:srgbClr val="FFFFFF"/>
              </a:solidFill>
              <a:latin typeface="Raleway" pitchFamily="2" charset="77"/>
            </a:endParaRPr>
          </a:p>
        </p:txBody>
      </p:sp>
      <p:sp>
        <p:nvSpPr>
          <p:cNvPr id="8" name="TextBox 7">
            <a:extLst>
              <a:ext uri="{FF2B5EF4-FFF2-40B4-BE49-F238E27FC236}">
                <a16:creationId xmlns:a16="http://schemas.microsoft.com/office/drawing/2014/main" id="{B9938FD7-57E5-43F4-313C-60750528E752}"/>
              </a:ext>
            </a:extLst>
          </p:cNvPr>
          <p:cNvSpPr txBox="1"/>
          <p:nvPr/>
        </p:nvSpPr>
        <p:spPr>
          <a:xfrm>
            <a:off x="301991" y="6124259"/>
            <a:ext cx="8662944"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200" b="0"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sym typeface="Arial"/>
              </a:rPr>
              <a:t>Koedinger, et al. An Astonishing Regularity in Student Learning Rate. </a:t>
            </a:r>
            <a:r>
              <a:rPr kumimoji="0" lang="en-US" sz="1200" b="0" i="1"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sym typeface="Arial"/>
              </a:rPr>
              <a:t>PNAS, </a:t>
            </a:r>
            <a:r>
              <a:rPr kumimoji="0" lang="en-US" sz="1200" b="1"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sym typeface="Arial"/>
              </a:rPr>
              <a:t>2023</a:t>
            </a:r>
            <a:r>
              <a:rPr kumimoji="0" lang="en-US" sz="1200" b="0"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sym typeface="Arial"/>
              </a:rPr>
              <a:t>, </a:t>
            </a:r>
            <a:r>
              <a:rPr kumimoji="0" lang="en-US" sz="1200" b="0" i="1"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sym typeface="Arial"/>
              </a:rPr>
              <a:t>120</a:t>
            </a:r>
            <a:r>
              <a:rPr kumimoji="0" lang="en-US" sz="1200" b="0"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sym typeface="Arial"/>
              </a:rPr>
              <a:t> (13), e2221311120. </a:t>
            </a:r>
            <a:r>
              <a:rPr kumimoji="0" lang="en-US" sz="1200" b="0"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sym typeface="Arial"/>
                <a:hlinkClick r:id="rId4">
                  <a:extLst>
                    <a:ext uri="{A12FA001-AC4F-418D-AE19-62706E023703}">
                      <ahyp:hlinkClr xmlns:ahyp="http://schemas.microsoft.com/office/drawing/2018/hyperlinkcolor" val="tx"/>
                    </a:ext>
                  </a:extLst>
                </a:hlinkClick>
              </a:rPr>
              <a:t>https://doi.org/10.1073/pnas.2221311120</a:t>
            </a:r>
            <a:r>
              <a:rPr kumimoji="0" lang="en-US" sz="1200" b="0" i="0" u="none" strike="noStrike" kern="0" cap="none" spc="0" normalizeH="0" baseline="0" noProof="0" dirty="0">
                <a:ln>
                  <a:noFill/>
                </a:ln>
                <a:solidFill>
                  <a:srgbClr val="FFFFFF"/>
                </a:solidFill>
                <a:effectLst/>
                <a:uLnTx/>
                <a:uFillTx/>
                <a:latin typeface="Arial" panose="020B0604020202020204" pitchFamily="34" charset="0"/>
                <a:cs typeface="Arial" panose="020B0604020202020204" pitchFamily="34" charset="0"/>
                <a:sym typeface="Arial"/>
              </a:rPr>
              <a:t>.</a:t>
            </a:r>
            <a:endPar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a:endParaRPr>
          </a:p>
          <a:p>
            <a:pPr marL="0" marR="0" lvl="0" indent="0" algn="l" defTabSz="457200" rtl="0" eaLnBrk="1" fontAlgn="auto" latinLnBrk="0" hangingPunct="1">
              <a:lnSpc>
                <a:spcPct val="100000"/>
              </a:lnSpc>
              <a:spcBef>
                <a:spcPts val="0"/>
              </a:spcBef>
              <a:spcAft>
                <a:spcPts val="0"/>
              </a:spcAft>
              <a:buClrTx/>
              <a:buSzTx/>
              <a:buFont typeface="Arial"/>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a:rPr>
              <a:t>Koedinger, K. R. et al. Nov 12, 2024. </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a:hlinkClick r:id="rId5">
                  <a:extLst>
                    <a:ext uri="{A12FA001-AC4F-418D-AE19-62706E023703}">
                      <ahyp:hlinkClr xmlns:ahyp="http://schemas.microsoft.com/office/drawing/2018/hyperlinkcolor" val="tx"/>
                    </a:ext>
                  </a:extLst>
                </a:hlinkClick>
              </a:rPr>
              <a:t>https://doi.org/10.26434/chemrxiv-2024-bms6x</a:t>
            </a:r>
            <a:r>
              <a:rPr kumimoji="0" lang="en-US" sz="12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a:rPr>
              <a:t>.</a:t>
            </a:r>
          </a:p>
        </p:txBody>
      </p:sp>
      <p:sp>
        <p:nvSpPr>
          <p:cNvPr id="12" name="Freeform 11">
            <a:extLst>
              <a:ext uri="{FF2B5EF4-FFF2-40B4-BE49-F238E27FC236}">
                <a16:creationId xmlns:a16="http://schemas.microsoft.com/office/drawing/2014/main" id="{96C56046-994A-D79C-90FE-479FCC5D8C2A}"/>
              </a:ext>
            </a:extLst>
          </p:cNvPr>
          <p:cNvSpPr/>
          <p:nvPr/>
        </p:nvSpPr>
        <p:spPr>
          <a:xfrm>
            <a:off x="1203433" y="3431969"/>
            <a:ext cx="2121657" cy="1870500"/>
          </a:xfrm>
          <a:custGeom>
            <a:avLst/>
            <a:gdLst>
              <a:gd name="csX0" fmla="*/ 2149434 w 2149434"/>
              <a:gd name="csY0" fmla="*/ 237506 h 1900052"/>
              <a:gd name="csX1" fmla="*/ 2030681 w 2149434"/>
              <a:gd name="csY1" fmla="*/ 0 h 1900052"/>
              <a:gd name="csX2" fmla="*/ 1258785 w 2149434"/>
              <a:gd name="csY2" fmla="*/ 498763 h 1900052"/>
              <a:gd name="csX3" fmla="*/ 83127 w 2149434"/>
              <a:gd name="csY3" fmla="*/ 1603169 h 1900052"/>
              <a:gd name="csX4" fmla="*/ 0 w 2149434"/>
              <a:gd name="csY4" fmla="*/ 1852550 h 1900052"/>
              <a:gd name="csX5" fmla="*/ 130629 w 2149434"/>
              <a:gd name="csY5" fmla="*/ 1900052 h 1900052"/>
              <a:gd name="csX6" fmla="*/ 2149434 w 2149434"/>
              <a:gd name="csY6" fmla="*/ 237506 h 190005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49434" h="1900052">
                <a:moveTo>
                  <a:pt x="2149434" y="237506"/>
                </a:moveTo>
                <a:lnTo>
                  <a:pt x="2030681" y="0"/>
                </a:lnTo>
                <a:lnTo>
                  <a:pt x="1258785" y="498763"/>
                </a:lnTo>
                <a:lnTo>
                  <a:pt x="83127" y="1603169"/>
                </a:lnTo>
                <a:lnTo>
                  <a:pt x="0" y="1852550"/>
                </a:lnTo>
                <a:lnTo>
                  <a:pt x="130629" y="1900052"/>
                </a:lnTo>
                <a:lnTo>
                  <a:pt x="2149434" y="237506"/>
                </a:lnTo>
                <a:close/>
              </a:path>
            </a:pathLst>
          </a:cu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noFill/>
              <a:effectLst/>
              <a:uLnTx/>
              <a:uFillTx/>
              <a:latin typeface="Arial"/>
              <a:ea typeface="+mn-ea"/>
              <a:cs typeface="+mn-cs"/>
              <a:sym typeface="Arial"/>
            </a:endParaRPr>
          </a:p>
        </p:txBody>
      </p:sp>
      <p:cxnSp>
        <p:nvCxnSpPr>
          <p:cNvPr id="18" name="Straight Connector 17">
            <a:extLst>
              <a:ext uri="{FF2B5EF4-FFF2-40B4-BE49-F238E27FC236}">
                <a16:creationId xmlns:a16="http://schemas.microsoft.com/office/drawing/2014/main" id="{A1BC9A9B-3DEB-81EA-A0EC-C9C981D652DE}"/>
              </a:ext>
            </a:extLst>
          </p:cNvPr>
          <p:cNvCxnSpPr>
            <a:cxnSpLocks/>
          </p:cNvCxnSpPr>
          <p:nvPr/>
        </p:nvCxnSpPr>
        <p:spPr>
          <a:xfrm flipV="1">
            <a:off x="1277007" y="4109545"/>
            <a:ext cx="2186152" cy="558278"/>
          </a:xfrm>
          <a:prstGeom prst="line">
            <a:avLst/>
          </a:prstGeom>
          <a:ln w="31750"/>
          <a:effectLst/>
        </p:spPr>
        <p:style>
          <a:lnRef idx="3">
            <a:schemeClr val="accent5"/>
          </a:lnRef>
          <a:fillRef idx="0">
            <a:schemeClr val="accent5"/>
          </a:fillRef>
          <a:effectRef idx="2">
            <a:schemeClr val="accent5"/>
          </a:effectRef>
          <a:fontRef idx="minor">
            <a:schemeClr val="tx1"/>
          </a:fontRef>
        </p:style>
      </p:cxnSp>
      <p:sp>
        <p:nvSpPr>
          <p:cNvPr id="23" name="TextBox 22">
            <a:extLst>
              <a:ext uri="{FF2B5EF4-FFF2-40B4-BE49-F238E27FC236}">
                <a16:creationId xmlns:a16="http://schemas.microsoft.com/office/drawing/2014/main" id="{521CC164-250C-50DF-5167-7C12953411C6}"/>
              </a:ext>
            </a:extLst>
          </p:cNvPr>
          <p:cNvSpPr txBox="1"/>
          <p:nvPr/>
        </p:nvSpPr>
        <p:spPr>
          <a:xfrm>
            <a:off x="2138503" y="4397182"/>
            <a:ext cx="1455684" cy="30777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1" i="0" u="none" strike="noStrike" kern="0" cap="none" spc="0" normalizeH="0" baseline="0" noProof="0" dirty="0">
                <a:ln>
                  <a:noFill/>
                </a:ln>
                <a:solidFill>
                  <a:srgbClr val="0097A8"/>
                </a:solidFill>
                <a:effectLst/>
                <a:uLnTx/>
                <a:uFillTx/>
                <a:latin typeface="Arial"/>
                <a:cs typeface="Arial"/>
                <a:sym typeface="Arial"/>
              </a:rPr>
              <a:t>Not learning?</a:t>
            </a:r>
          </a:p>
        </p:txBody>
      </p:sp>
      <p:sp>
        <p:nvSpPr>
          <p:cNvPr id="2" name="Google Shape;295;p52">
            <a:extLst>
              <a:ext uri="{FF2B5EF4-FFF2-40B4-BE49-F238E27FC236}">
                <a16:creationId xmlns:a16="http://schemas.microsoft.com/office/drawing/2014/main" id="{84DBE85F-E6DE-1E90-8164-85C70C79BC6A}"/>
              </a:ext>
            </a:extLst>
          </p:cNvPr>
          <p:cNvSpPr txBox="1"/>
          <p:nvPr/>
        </p:nvSpPr>
        <p:spPr>
          <a:xfrm>
            <a:off x="180538" y="859329"/>
            <a:ext cx="8782923" cy="572699"/>
          </a:xfrm>
          <a:prstGeom prst="rect">
            <a:avLst/>
          </a:prstGeom>
          <a:noFill/>
          <a:ln>
            <a:noFill/>
          </a:ln>
        </p:spPr>
        <p:txBody>
          <a:bodyPr spcFirstLastPara="1" wrap="square" lIns="91425" tIns="91425" rIns="91425" bIns="91425" anchor="t" anchorCtr="0">
            <a:noAutofit/>
          </a:bodyPr>
          <a:lstStyle/>
          <a:p>
            <a:r>
              <a:rPr lang="en" sz="2800" dirty="0">
                <a:solidFill>
                  <a:schemeClr val="bg1"/>
                </a:solidFill>
                <a:latin typeface="Nunito Sans"/>
                <a:ea typeface="Nunito Sans"/>
                <a:cs typeface="Nunito Sans"/>
                <a:sym typeface="Nunito Sans"/>
              </a:rPr>
              <a:t>P ~ (initial knowledge) + (learning rate) × opportunity</a:t>
            </a:r>
            <a:endParaRPr sz="2800" dirty="0">
              <a:solidFill>
                <a:schemeClr val="bg1"/>
              </a:solidFill>
              <a:latin typeface="Nunito Sans"/>
              <a:ea typeface="Nunito Sans"/>
              <a:cs typeface="Nunito Sans"/>
              <a:sym typeface="Nunito Sans"/>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grpId="1"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hidden"/>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18"/>
                                        </p:tgtEl>
                                        <p:attrNameLst>
                                          <p:attrName>style.visibility</p:attrName>
                                        </p:attrNameLst>
                                      </p:cBhvr>
                                      <p:to>
                                        <p:strVal val="hidden"/>
                                      </p:to>
                                    </p:set>
                                  </p:childTnLst>
                                </p:cTn>
                              </p:par>
                              <p:par>
                                <p:cTn id="27" presetID="1" presetClass="exit" presetSubtype="0" fill="hold" grpId="1" nodeType="withEffect">
                                  <p:stCondLst>
                                    <p:cond delay="0"/>
                                  </p:stCondLst>
                                  <p:childTnLst>
                                    <p:set>
                                      <p:cBhvr>
                                        <p:cTn id="28" dur="1" fill="hold">
                                          <p:stCondLst>
                                            <p:cond delay="0"/>
                                          </p:stCondLst>
                                        </p:cTn>
                                        <p:tgtEl>
                                          <p:spTgt spid="23"/>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7" grpId="0"/>
      <p:bldP spid="43" grpId="0"/>
      <p:bldP spid="12" grpId="0" animBg="1"/>
      <p:bldP spid="12" grpId="1" animBg="1"/>
      <p:bldP spid="23" grpId="0"/>
      <p:bldP spid="23" grpId="1"/>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286">
          <a:extLst>
            <a:ext uri="{FF2B5EF4-FFF2-40B4-BE49-F238E27FC236}">
              <a16:creationId xmlns:a16="http://schemas.microsoft.com/office/drawing/2014/main" id="{E096F858-BC10-2484-C7BA-E6DE00ACEAD9}"/>
            </a:ext>
          </a:extLst>
        </p:cNvPr>
        <p:cNvGrpSpPr/>
        <p:nvPr/>
      </p:nvGrpSpPr>
      <p:grpSpPr>
        <a:xfrm>
          <a:off x="0" y="0"/>
          <a:ext cx="0" cy="0"/>
          <a:chOff x="0" y="0"/>
          <a:chExt cx="0" cy="0"/>
        </a:xfrm>
      </p:grpSpPr>
      <p:sp>
        <p:nvSpPr>
          <p:cNvPr id="287" name="Google Shape;287;p52">
            <a:extLst>
              <a:ext uri="{FF2B5EF4-FFF2-40B4-BE49-F238E27FC236}">
                <a16:creationId xmlns:a16="http://schemas.microsoft.com/office/drawing/2014/main" id="{3D70521E-C218-4E4D-005F-3CA8A4AC4CCC}"/>
              </a:ext>
            </a:extLst>
          </p:cNvPr>
          <p:cNvSpPr txBox="1">
            <a:spLocks noGrp="1"/>
          </p:cNvSpPr>
          <p:nvPr>
            <p:ph type="title"/>
          </p:nvPr>
        </p:nvSpPr>
        <p:spPr>
          <a:xfrm>
            <a:off x="79643" y="92965"/>
            <a:ext cx="8520600" cy="394841"/>
          </a:xfrm>
          <a:prstGeom prst="rect">
            <a:avLst/>
          </a:prstGeom>
        </p:spPr>
        <p:txBody>
          <a:bodyPr spcFirstLastPara="1" wrap="square" lIns="19050" tIns="19050" rIns="19050" bIns="19050" anchor="ctr" anchorCtr="0">
            <a:noAutofit/>
          </a:bodyPr>
          <a:lstStyle/>
          <a:p>
            <a:r>
              <a:rPr lang="en" sz="2800" b="1" dirty="0">
                <a:solidFill>
                  <a:schemeClr val="bg1"/>
                </a:solidFill>
                <a:latin typeface="Arial"/>
                <a:ea typeface="Arial"/>
                <a:cs typeface="Arial"/>
                <a:sym typeface="Arial"/>
              </a:rPr>
              <a:t>Additive factors Model (AFM) – learning curves</a:t>
            </a:r>
            <a:endParaRPr sz="3600" b="1" dirty="0">
              <a:solidFill>
                <a:schemeClr val="bg1"/>
              </a:solidFill>
              <a:latin typeface="Arial"/>
              <a:ea typeface="Arial"/>
              <a:cs typeface="Arial"/>
              <a:sym typeface="Arial"/>
            </a:endParaRPr>
          </a:p>
        </p:txBody>
      </p:sp>
      <p:sp>
        <p:nvSpPr>
          <p:cNvPr id="295" name="Google Shape;295;p52">
            <a:extLst>
              <a:ext uri="{FF2B5EF4-FFF2-40B4-BE49-F238E27FC236}">
                <a16:creationId xmlns:a16="http://schemas.microsoft.com/office/drawing/2014/main" id="{8AF7FA2A-1E01-40A4-FE52-B51589DCA009}"/>
              </a:ext>
            </a:extLst>
          </p:cNvPr>
          <p:cNvSpPr txBox="1"/>
          <p:nvPr/>
        </p:nvSpPr>
        <p:spPr>
          <a:xfrm>
            <a:off x="159057" y="648890"/>
            <a:ext cx="8782923" cy="572699"/>
          </a:xfrm>
          <a:prstGeom prst="rect">
            <a:avLst/>
          </a:prstGeom>
          <a:noFill/>
          <a:ln>
            <a:noFill/>
          </a:ln>
        </p:spPr>
        <p:txBody>
          <a:bodyPr spcFirstLastPara="1" wrap="square" lIns="91425" tIns="91425" rIns="91425" bIns="91425" anchor="t" anchorCtr="0">
            <a:noAutofit/>
          </a:bodyPr>
          <a:lstStyle/>
          <a:p>
            <a:r>
              <a:rPr lang="en" sz="2800" dirty="0">
                <a:solidFill>
                  <a:schemeClr val="bg1"/>
                </a:solidFill>
                <a:latin typeface="Nunito Sans"/>
                <a:ea typeface="Nunito Sans"/>
                <a:cs typeface="Nunito Sans"/>
                <a:sym typeface="Nunito Sans"/>
              </a:rPr>
              <a:t>P ~ (initial knowledge) + (learning rate) × opportunity</a:t>
            </a:r>
            <a:endParaRPr sz="2800" dirty="0">
              <a:solidFill>
                <a:schemeClr val="bg1"/>
              </a:solidFill>
              <a:latin typeface="Nunito Sans"/>
              <a:ea typeface="Nunito Sans"/>
              <a:cs typeface="Nunito Sans"/>
              <a:sym typeface="Nunito Sans"/>
            </a:endParaRPr>
          </a:p>
        </p:txBody>
      </p:sp>
      <p:sp>
        <p:nvSpPr>
          <p:cNvPr id="27" name="TextBox 26">
            <a:extLst>
              <a:ext uri="{FF2B5EF4-FFF2-40B4-BE49-F238E27FC236}">
                <a16:creationId xmlns:a16="http://schemas.microsoft.com/office/drawing/2014/main" id="{ADB0D69B-5FDD-B292-F6A5-7A1AF7287EB9}"/>
              </a:ext>
            </a:extLst>
          </p:cNvPr>
          <p:cNvSpPr txBox="1"/>
          <p:nvPr/>
        </p:nvSpPr>
        <p:spPr>
          <a:xfrm>
            <a:off x="179800" y="5778223"/>
            <a:ext cx="8964200" cy="861774"/>
          </a:xfrm>
          <a:prstGeom prst="rect">
            <a:avLst/>
          </a:prstGeom>
          <a:noFill/>
        </p:spPr>
        <p:txBody>
          <a:bodyPr wrap="square">
            <a:spAutoFit/>
          </a:bodyPr>
          <a:lstStyle/>
          <a:p>
            <a:r>
              <a:rPr lang="en-US" sz="1000" dirty="0">
                <a:solidFill>
                  <a:schemeClr val="bg1"/>
                </a:solidFill>
              </a:rPr>
              <a:t>Effenberger, T.; </a:t>
            </a:r>
            <a:r>
              <a:rPr lang="en-US" sz="1000" dirty="0" err="1">
                <a:solidFill>
                  <a:schemeClr val="bg1"/>
                </a:solidFill>
              </a:rPr>
              <a:t>Pelánek</a:t>
            </a:r>
            <a:r>
              <a:rPr lang="en-US" sz="1000" dirty="0">
                <a:solidFill>
                  <a:schemeClr val="bg1"/>
                </a:solidFill>
              </a:rPr>
              <a:t>, R.; </a:t>
            </a:r>
            <a:r>
              <a:rPr lang="en-US" sz="1000" dirty="0" err="1">
                <a:solidFill>
                  <a:schemeClr val="bg1"/>
                </a:solidFill>
              </a:rPr>
              <a:t>Čechák</a:t>
            </a:r>
            <a:r>
              <a:rPr lang="en-US" sz="1000" dirty="0">
                <a:solidFill>
                  <a:schemeClr val="bg1"/>
                </a:solidFill>
              </a:rPr>
              <a:t>, J. Exploration of the Robustness and Generalizability of the Additive Factors Model. In </a:t>
            </a:r>
            <a:r>
              <a:rPr lang="en-US" sz="1000" i="1" dirty="0">
                <a:solidFill>
                  <a:schemeClr val="bg1"/>
                </a:solidFill>
              </a:rPr>
              <a:t>Proceedings of the Tenth International Conference on Learning Analytics &amp; Knowledge</a:t>
            </a:r>
            <a:r>
              <a:rPr lang="en-US" sz="1000" dirty="0">
                <a:solidFill>
                  <a:schemeClr val="bg1"/>
                </a:solidFill>
              </a:rPr>
              <a:t>; LAK ’20; Association for Computing Machinery: New York, NY, USA, 2020; pp 472–479. </a:t>
            </a:r>
            <a:r>
              <a:rPr lang="en-US" sz="1000" dirty="0">
                <a:solidFill>
                  <a:schemeClr val="bg1"/>
                </a:solidFill>
                <a:hlinkClick r:id="rId3">
                  <a:extLst>
                    <a:ext uri="{A12FA001-AC4F-418D-AE19-62706E023703}">
                      <ahyp:hlinkClr xmlns:ahyp="http://schemas.microsoft.com/office/drawing/2018/hyperlinkcolor" val="tx"/>
                    </a:ext>
                  </a:extLst>
                </a:hlinkClick>
              </a:rPr>
              <a:t>https://doi.org/10.1145/3375462.3375491</a:t>
            </a:r>
            <a:r>
              <a:rPr lang="en-US" sz="1000" dirty="0">
                <a:solidFill>
                  <a:schemeClr val="bg1"/>
                </a:solidFill>
              </a:rPr>
              <a:t>.</a:t>
            </a:r>
          </a:p>
          <a:p>
            <a:pPr>
              <a:buNone/>
            </a:pPr>
            <a:endParaRPr lang="en-US" sz="1000" dirty="0">
              <a:solidFill>
                <a:schemeClr val="bg1"/>
              </a:solidFill>
            </a:endParaRPr>
          </a:p>
          <a:p>
            <a:pPr>
              <a:buNone/>
            </a:pPr>
            <a:r>
              <a:rPr lang="en-US" sz="1000" dirty="0">
                <a:solidFill>
                  <a:schemeClr val="bg1"/>
                </a:solidFill>
              </a:rPr>
              <a:t>Koedinger, K. R. et al. An Astonishing Regularity in Student Learning Rate. </a:t>
            </a:r>
            <a:r>
              <a:rPr lang="en-US" sz="1000" i="1" dirty="0">
                <a:solidFill>
                  <a:schemeClr val="bg1"/>
                </a:solidFill>
              </a:rPr>
              <a:t>PNAS</a:t>
            </a:r>
            <a:r>
              <a:rPr lang="en-US" sz="1000" dirty="0">
                <a:solidFill>
                  <a:schemeClr val="bg1"/>
                </a:solidFill>
              </a:rPr>
              <a:t> </a:t>
            </a:r>
            <a:r>
              <a:rPr lang="en-US" sz="1000" b="1" dirty="0">
                <a:solidFill>
                  <a:schemeClr val="bg1"/>
                </a:solidFill>
              </a:rPr>
              <a:t>2023</a:t>
            </a:r>
            <a:r>
              <a:rPr lang="en-US" sz="1000" dirty="0">
                <a:solidFill>
                  <a:schemeClr val="bg1"/>
                </a:solidFill>
              </a:rPr>
              <a:t>, </a:t>
            </a:r>
            <a:r>
              <a:rPr lang="en-US" sz="1000" i="1" dirty="0">
                <a:solidFill>
                  <a:schemeClr val="bg1"/>
                </a:solidFill>
              </a:rPr>
              <a:t>120</a:t>
            </a:r>
            <a:r>
              <a:rPr lang="en-US" sz="1000" dirty="0">
                <a:solidFill>
                  <a:schemeClr val="bg1"/>
                </a:solidFill>
              </a:rPr>
              <a:t> (13), e2221311120. </a:t>
            </a:r>
            <a:r>
              <a:rPr lang="en-US" sz="1000" dirty="0">
                <a:solidFill>
                  <a:schemeClr val="bg1"/>
                </a:solidFill>
                <a:hlinkClick r:id="rId4">
                  <a:extLst>
                    <a:ext uri="{A12FA001-AC4F-418D-AE19-62706E023703}">
                      <ahyp:hlinkClr xmlns:ahyp="http://schemas.microsoft.com/office/drawing/2018/hyperlinkcolor" val="tx"/>
                    </a:ext>
                  </a:extLst>
                </a:hlinkClick>
              </a:rPr>
              <a:t>https://doi.org/10.1073/pnas.2221311120</a:t>
            </a:r>
            <a:r>
              <a:rPr lang="en-US" sz="1000" dirty="0">
                <a:solidFill>
                  <a:schemeClr val="bg1"/>
                </a:solidFill>
              </a:rPr>
              <a:t>.</a:t>
            </a:r>
          </a:p>
        </p:txBody>
      </p:sp>
      <p:sp>
        <p:nvSpPr>
          <p:cNvPr id="2" name="TextBox 1">
            <a:extLst>
              <a:ext uri="{FF2B5EF4-FFF2-40B4-BE49-F238E27FC236}">
                <a16:creationId xmlns:a16="http://schemas.microsoft.com/office/drawing/2014/main" id="{DC806320-22BA-0620-0BDF-02781F0FB3C8}"/>
              </a:ext>
            </a:extLst>
          </p:cNvPr>
          <p:cNvSpPr txBox="1"/>
          <p:nvPr/>
        </p:nvSpPr>
        <p:spPr>
          <a:xfrm>
            <a:off x="397932" y="1557867"/>
            <a:ext cx="8544048" cy="3108543"/>
          </a:xfrm>
          <a:prstGeom prst="rect">
            <a:avLst/>
          </a:prstGeom>
          <a:noFill/>
        </p:spPr>
        <p:txBody>
          <a:bodyPr wrap="square" rtlCol="0">
            <a:spAutoFit/>
          </a:bodyPr>
          <a:lstStyle/>
          <a:p>
            <a:r>
              <a:rPr lang="en-US" sz="2800" b="1" dirty="0">
                <a:solidFill>
                  <a:schemeClr val="bg1"/>
                </a:solidFill>
              </a:rPr>
              <a:t>Simplifying assumptions:</a:t>
            </a:r>
          </a:p>
          <a:p>
            <a:endParaRPr lang="en-US" sz="2800" b="1" dirty="0">
              <a:solidFill>
                <a:schemeClr val="bg1"/>
              </a:solidFill>
            </a:endParaRPr>
          </a:p>
          <a:p>
            <a:r>
              <a:rPr lang="en-US" sz="2800" dirty="0">
                <a:solidFill>
                  <a:schemeClr val="bg1"/>
                </a:solidFill>
              </a:rPr>
              <a:t>1. All items in a skill considered equal.</a:t>
            </a:r>
          </a:p>
          <a:p>
            <a:endParaRPr lang="en-US" sz="2800" dirty="0">
              <a:solidFill>
                <a:schemeClr val="bg1"/>
              </a:solidFill>
            </a:endParaRPr>
          </a:p>
          <a:p>
            <a:r>
              <a:rPr lang="en-US" sz="2800" dirty="0">
                <a:solidFill>
                  <a:schemeClr val="bg1"/>
                </a:solidFill>
              </a:rPr>
              <a:t>2. All practice opportunities are considered equal.</a:t>
            </a:r>
          </a:p>
          <a:p>
            <a:endParaRPr lang="en-US" sz="2800" dirty="0">
              <a:solidFill>
                <a:schemeClr val="bg1"/>
              </a:solidFill>
            </a:endParaRPr>
          </a:p>
          <a:p>
            <a:r>
              <a:rPr lang="en-US" sz="2800" dirty="0">
                <a:solidFill>
                  <a:schemeClr val="bg1"/>
                </a:solidFill>
              </a:rPr>
              <a:t>3. Students differences attributed to 1 prior skill only</a:t>
            </a:r>
          </a:p>
        </p:txBody>
      </p:sp>
    </p:spTree>
    <p:extLst>
      <p:ext uri="{BB962C8B-B14F-4D97-AF65-F5344CB8AC3E}">
        <p14:creationId xmlns:p14="http://schemas.microsoft.com/office/powerpoint/2010/main" val="29879625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92BF4-B1FA-45F1-83DB-A53C659344B3}"/>
              </a:ext>
            </a:extLst>
          </p:cNvPr>
          <p:cNvSpPr>
            <a:spLocks noGrp="1"/>
          </p:cNvSpPr>
          <p:nvPr>
            <p:ph type="title"/>
          </p:nvPr>
        </p:nvSpPr>
        <p:spPr>
          <a:xfrm>
            <a:off x="311700" y="200881"/>
            <a:ext cx="8520600" cy="763600"/>
          </a:xfrm>
        </p:spPr>
        <p:txBody>
          <a:bodyPr>
            <a:normAutofit/>
          </a:bodyPr>
          <a:lstStyle/>
          <a:p>
            <a:r>
              <a:rPr lang="en-US" sz="3200" dirty="0">
                <a:solidFill>
                  <a:schemeClr val="bg1"/>
                </a:solidFill>
              </a:rPr>
              <a:t>Modeling approach</a:t>
            </a:r>
          </a:p>
        </p:txBody>
      </p:sp>
      <p:sp>
        <p:nvSpPr>
          <p:cNvPr id="4" name="Rounded Rectangle 3">
            <a:extLst>
              <a:ext uri="{FF2B5EF4-FFF2-40B4-BE49-F238E27FC236}">
                <a16:creationId xmlns:a16="http://schemas.microsoft.com/office/drawing/2014/main" id="{7A445050-E3A7-25A7-16CA-AC291C5E4486}"/>
              </a:ext>
            </a:extLst>
          </p:cNvPr>
          <p:cNvSpPr/>
          <p:nvPr/>
        </p:nvSpPr>
        <p:spPr>
          <a:xfrm>
            <a:off x="144431" y="1541834"/>
            <a:ext cx="1873403" cy="1310268"/>
          </a:xfrm>
          <a:prstGeom prst="roundRect">
            <a:avLst>
              <a:gd name="adj" fmla="val 15816"/>
            </a:avLst>
          </a:prstGeom>
          <a:solidFill>
            <a:srgbClr val="6A772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rgbClr val="FFFFFF"/>
                </a:solidFill>
                <a:effectLst/>
                <a:uLnTx/>
                <a:uFillTx/>
                <a:latin typeface="Arial"/>
                <a:ea typeface="+mn-ea"/>
                <a:cs typeface="+mn-cs"/>
                <a:sym typeface="Arial"/>
              </a:rPr>
              <a:t>1.3 M student-</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rgbClr val="FFFFFF"/>
                </a:solidFill>
                <a:effectLst/>
                <a:uLnTx/>
                <a:uFillTx/>
                <a:latin typeface="Arial"/>
                <a:ea typeface="+mn-ea"/>
                <a:cs typeface="+mn-cs"/>
                <a:sym typeface="Arial"/>
              </a:rPr>
              <a:t>KC pairs</a:t>
            </a:r>
            <a:endParaRPr kumimoji="0" lang="en-US" sz="1400" b="0" i="0" u="none" strike="noStrike" kern="0" cap="none" spc="0" normalizeH="0" baseline="0" noProof="0" dirty="0">
              <a:ln>
                <a:noFill/>
              </a:ln>
              <a:solidFill>
                <a:srgbClr val="FFFFFF"/>
              </a:solidFill>
              <a:effectLst/>
              <a:uLnTx/>
              <a:uFillTx/>
              <a:latin typeface="Arial"/>
              <a:ea typeface="+mn-ea"/>
              <a:cs typeface="+mn-cs"/>
              <a:sym typeface="Arial"/>
            </a:endParaRPr>
          </a:p>
        </p:txBody>
      </p:sp>
      <p:sp>
        <p:nvSpPr>
          <p:cNvPr id="5" name="Rounded Rectangle 4">
            <a:extLst>
              <a:ext uri="{FF2B5EF4-FFF2-40B4-BE49-F238E27FC236}">
                <a16:creationId xmlns:a16="http://schemas.microsoft.com/office/drawing/2014/main" id="{C3F297A3-B0C8-4D84-5D84-55154E00F796}"/>
              </a:ext>
            </a:extLst>
          </p:cNvPr>
          <p:cNvSpPr/>
          <p:nvPr/>
        </p:nvSpPr>
        <p:spPr>
          <a:xfrm>
            <a:off x="2475037" y="1118088"/>
            <a:ext cx="1628076" cy="1112334"/>
          </a:xfrm>
          <a:prstGeom prst="roundRect">
            <a:avLst>
              <a:gd name="adj" fmla="val 15816"/>
            </a:avLst>
          </a:prstGeom>
          <a:solidFill>
            <a:srgbClr val="6A772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rgbClr val="FFFFFF"/>
                </a:solidFill>
                <a:effectLst/>
                <a:uLnTx/>
                <a:uFillTx/>
                <a:latin typeface="Arial"/>
                <a:ea typeface="+mn-ea"/>
                <a:cs typeface="+mn-cs"/>
                <a:sym typeface="Arial"/>
              </a:rPr>
              <a:t>70%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rgbClr val="FFFFFF"/>
                </a:solidFill>
                <a:effectLst/>
                <a:uLnTx/>
                <a:uFillTx/>
                <a:latin typeface="Arial"/>
                <a:ea typeface="+mn-ea"/>
                <a:cs typeface="+mn-cs"/>
                <a:sym typeface="Arial"/>
              </a:rPr>
              <a:t>Training</a:t>
            </a:r>
            <a:endParaRPr kumimoji="0" lang="en-US" sz="1400" b="0" i="0" u="none" strike="noStrike" kern="0" cap="none" spc="0" normalizeH="0" baseline="0" noProof="0" dirty="0">
              <a:ln>
                <a:noFill/>
              </a:ln>
              <a:solidFill>
                <a:srgbClr val="FFFFFF"/>
              </a:solidFill>
              <a:effectLst/>
              <a:uLnTx/>
              <a:uFillTx/>
              <a:latin typeface="Arial"/>
              <a:ea typeface="+mn-ea"/>
              <a:cs typeface="+mn-cs"/>
              <a:sym typeface="Arial"/>
            </a:endParaRPr>
          </a:p>
        </p:txBody>
      </p:sp>
      <p:sp>
        <p:nvSpPr>
          <p:cNvPr id="6" name="Rounded Rectangle 5">
            <a:extLst>
              <a:ext uri="{FF2B5EF4-FFF2-40B4-BE49-F238E27FC236}">
                <a16:creationId xmlns:a16="http://schemas.microsoft.com/office/drawing/2014/main" id="{3D028CC0-BE7D-E241-5329-799581AE303B}"/>
              </a:ext>
            </a:extLst>
          </p:cNvPr>
          <p:cNvSpPr/>
          <p:nvPr/>
        </p:nvSpPr>
        <p:spPr>
          <a:xfrm>
            <a:off x="2475037" y="2399551"/>
            <a:ext cx="1628076" cy="1112334"/>
          </a:xfrm>
          <a:prstGeom prst="roundRect">
            <a:avLst>
              <a:gd name="adj" fmla="val 15816"/>
            </a:avLst>
          </a:prstGeom>
          <a:solidFill>
            <a:srgbClr val="6A772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rgbClr val="FFFFFF"/>
                </a:solidFill>
                <a:effectLst/>
                <a:uLnTx/>
                <a:uFillTx/>
                <a:latin typeface="Arial"/>
                <a:ea typeface="+mn-ea"/>
                <a:cs typeface="+mn-cs"/>
                <a:sym typeface="Arial"/>
              </a:rPr>
              <a:t>30% </a:t>
            </a:r>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rgbClr val="FFFFFF"/>
                </a:solidFill>
                <a:effectLst/>
                <a:uLnTx/>
                <a:uFillTx/>
                <a:latin typeface="Arial"/>
                <a:ea typeface="+mn-ea"/>
                <a:cs typeface="+mn-cs"/>
                <a:sym typeface="Arial"/>
              </a:rPr>
              <a:t>Test</a:t>
            </a:r>
            <a:endParaRPr kumimoji="0" lang="en-US" sz="1400" b="0" i="0" u="none" strike="noStrike" kern="0" cap="none" spc="0" normalizeH="0" baseline="0" noProof="0" dirty="0">
              <a:ln>
                <a:noFill/>
              </a:ln>
              <a:solidFill>
                <a:srgbClr val="FFFFFF"/>
              </a:solidFill>
              <a:effectLst/>
              <a:uLnTx/>
              <a:uFillTx/>
              <a:latin typeface="Arial"/>
              <a:ea typeface="+mn-ea"/>
              <a:cs typeface="+mn-cs"/>
              <a:sym typeface="Arial"/>
            </a:endParaRPr>
          </a:p>
        </p:txBody>
      </p:sp>
      <p:cxnSp>
        <p:nvCxnSpPr>
          <p:cNvPr id="8" name="Straight Connector 7">
            <a:extLst>
              <a:ext uri="{FF2B5EF4-FFF2-40B4-BE49-F238E27FC236}">
                <a16:creationId xmlns:a16="http://schemas.microsoft.com/office/drawing/2014/main" id="{92E787BE-396B-0AC4-7B18-DF5DCC709A71}"/>
              </a:ext>
            </a:extLst>
          </p:cNvPr>
          <p:cNvCxnSpPr>
            <a:cxnSpLocks/>
            <a:stCxn id="4" idx="3"/>
            <a:endCxn id="6" idx="1"/>
          </p:cNvCxnSpPr>
          <p:nvPr/>
        </p:nvCxnSpPr>
        <p:spPr>
          <a:xfrm>
            <a:off x="2017834" y="2196968"/>
            <a:ext cx="457203" cy="758750"/>
          </a:xfrm>
          <a:prstGeom prst="line">
            <a:avLst/>
          </a:prstGeom>
          <a:ln w="28575">
            <a:solidFill>
              <a:schemeClr val="accent6">
                <a:lumMod val="50000"/>
              </a:schemeClr>
            </a:solidFill>
            <a:headEnd type="none" w="med" len="med"/>
            <a:tailEnd type="stealth" w="med"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38749D8-7FEA-378B-BF9B-14B5F5A86204}"/>
              </a:ext>
            </a:extLst>
          </p:cNvPr>
          <p:cNvCxnSpPr>
            <a:cxnSpLocks/>
            <a:endCxn id="5" idx="1"/>
          </p:cNvCxnSpPr>
          <p:nvPr/>
        </p:nvCxnSpPr>
        <p:spPr>
          <a:xfrm flipV="1">
            <a:off x="2017834" y="1674255"/>
            <a:ext cx="457203" cy="522713"/>
          </a:xfrm>
          <a:prstGeom prst="line">
            <a:avLst/>
          </a:prstGeom>
          <a:ln w="28575">
            <a:solidFill>
              <a:schemeClr val="accent6">
                <a:lumMod val="50000"/>
              </a:schemeClr>
            </a:solidFill>
            <a:headEnd type="none" w="med" len="med"/>
            <a:tailEnd type="stealth" w="med" len="med"/>
          </a:ln>
        </p:spPr>
        <p:style>
          <a:lnRef idx="1">
            <a:schemeClr val="accent1"/>
          </a:lnRef>
          <a:fillRef idx="0">
            <a:schemeClr val="accent1"/>
          </a:fillRef>
          <a:effectRef idx="0">
            <a:schemeClr val="accent1"/>
          </a:effectRef>
          <a:fontRef idx="minor">
            <a:schemeClr val="tx1"/>
          </a:fontRef>
        </p:style>
      </p:cxnSp>
      <p:sp>
        <p:nvSpPr>
          <p:cNvPr id="13" name="Rounded Rectangle 12">
            <a:extLst>
              <a:ext uri="{FF2B5EF4-FFF2-40B4-BE49-F238E27FC236}">
                <a16:creationId xmlns:a16="http://schemas.microsoft.com/office/drawing/2014/main" id="{71483DF7-F943-87CD-573A-B6C7C8C12960}"/>
              </a:ext>
            </a:extLst>
          </p:cNvPr>
          <p:cNvSpPr/>
          <p:nvPr/>
        </p:nvSpPr>
        <p:spPr>
          <a:xfrm>
            <a:off x="4606302" y="1037063"/>
            <a:ext cx="2391183" cy="1281463"/>
          </a:xfrm>
          <a:prstGeom prst="roundRect">
            <a:avLst>
              <a:gd name="adj" fmla="val 15816"/>
            </a:avLst>
          </a:prstGeom>
          <a:solidFill>
            <a:srgbClr val="6A772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rgbClr val="FFFFFF"/>
                </a:solidFill>
                <a:effectLst/>
                <a:uLnTx/>
                <a:uFillTx/>
                <a:latin typeface="Arial"/>
                <a:ea typeface="+mn-ea"/>
                <a:cs typeface="+mn-cs"/>
                <a:sym typeface="Arial"/>
              </a:rPr>
              <a:t>Fit student, KC, item parameters</a:t>
            </a:r>
            <a:endParaRPr kumimoji="0" lang="en-US" sz="1400" b="0" i="0" u="none" strike="noStrike" kern="0" cap="none" spc="0" normalizeH="0" baseline="0" noProof="0" dirty="0">
              <a:ln>
                <a:noFill/>
              </a:ln>
              <a:solidFill>
                <a:srgbClr val="FFFFFF"/>
              </a:solidFill>
              <a:effectLst/>
              <a:uLnTx/>
              <a:uFillTx/>
              <a:latin typeface="Arial"/>
              <a:ea typeface="+mn-ea"/>
              <a:cs typeface="+mn-cs"/>
              <a:sym typeface="Arial"/>
            </a:endParaRPr>
          </a:p>
        </p:txBody>
      </p:sp>
      <p:cxnSp>
        <p:nvCxnSpPr>
          <p:cNvPr id="14" name="Straight Connector 13">
            <a:extLst>
              <a:ext uri="{FF2B5EF4-FFF2-40B4-BE49-F238E27FC236}">
                <a16:creationId xmlns:a16="http://schemas.microsoft.com/office/drawing/2014/main" id="{B069814B-B811-5BAC-67F0-01F6F2372BEA}"/>
              </a:ext>
            </a:extLst>
          </p:cNvPr>
          <p:cNvCxnSpPr>
            <a:cxnSpLocks/>
            <a:endCxn id="13" idx="1"/>
          </p:cNvCxnSpPr>
          <p:nvPr/>
        </p:nvCxnSpPr>
        <p:spPr>
          <a:xfrm>
            <a:off x="4126106" y="1677795"/>
            <a:ext cx="480196" cy="0"/>
          </a:xfrm>
          <a:prstGeom prst="line">
            <a:avLst/>
          </a:prstGeom>
          <a:ln w="28575">
            <a:solidFill>
              <a:schemeClr val="accent6">
                <a:lumMod val="50000"/>
              </a:schemeClr>
            </a:solidFill>
            <a:headEnd type="none" w="med" len="med"/>
            <a:tailEnd type="stealth" w="med" len="med"/>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04C86661-37EB-4FA6-685A-35472ABAE543}"/>
              </a:ext>
            </a:extLst>
          </p:cNvPr>
          <p:cNvGrpSpPr/>
          <p:nvPr/>
        </p:nvGrpSpPr>
        <p:grpSpPr>
          <a:xfrm>
            <a:off x="4024868" y="2318873"/>
            <a:ext cx="3554049" cy="2725823"/>
            <a:chOff x="4024868" y="2318873"/>
            <a:chExt cx="3554049" cy="2725823"/>
          </a:xfrm>
        </p:grpSpPr>
        <p:sp>
          <p:nvSpPr>
            <p:cNvPr id="19" name="Rounded Rectangle 18">
              <a:extLst>
                <a:ext uri="{FF2B5EF4-FFF2-40B4-BE49-F238E27FC236}">
                  <a16:creationId xmlns:a16="http://schemas.microsoft.com/office/drawing/2014/main" id="{E28E1B1E-59F6-3073-35DE-614F7CD8F4EF}"/>
                </a:ext>
              </a:extLst>
            </p:cNvPr>
            <p:cNvSpPr/>
            <p:nvPr/>
          </p:nvSpPr>
          <p:spPr>
            <a:xfrm>
              <a:off x="4024868" y="3696033"/>
              <a:ext cx="3554049" cy="1348663"/>
            </a:xfrm>
            <a:prstGeom prst="roundRect">
              <a:avLst>
                <a:gd name="adj" fmla="val 15816"/>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rgbClr val="FFFFFF"/>
                  </a:solidFill>
                  <a:effectLst/>
                  <a:uLnTx/>
                  <a:uFillTx/>
                  <a:latin typeface="Arial"/>
                  <a:ea typeface="+mn-ea"/>
                  <a:cs typeface="+mn-cs"/>
                  <a:sym typeface="Arial"/>
                </a:rPr>
                <a:t>Evaluate – how </a:t>
              </a:r>
              <a:r>
                <a:rPr kumimoji="0" lang="en-US" sz="2800" b="0" i="0" u="none" strike="noStrike" kern="0" cap="none" spc="0" normalizeH="0" baseline="0" noProof="0" dirty="0" err="1">
                  <a:ln>
                    <a:noFill/>
                  </a:ln>
                  <a:solidFill>
                    <a:srgbClr val="FFFFFF"/>
                  </a:solidFill>
                  <a:effectLst/>
                  <a:uLnTx/>
                  <a:uFillTx/>
                  <a:latin typeface="Arial"/>
                  <a:ea typeface="+mn-ea"/>
                  <a:cs typeface="+mn-cs"/>
                  <a:sym typeface="Arial"/>
                </a:rPr>
                <a:t>wel</a:t>
              </a:r>
              <a:r>
                <a:rPr kumimoji="0" lang="en-US" sz="2800" b="0" i="0" u="none" strike="noStrike" kern="0" cap="none" spc="0" normalizeH="0" baseline="0" noProof="0" dirty="0">
                  <a:ln>
                    <a:noFill/>
                  </a:ln>
                  <a:solidFill>
                    <a:srgbClr val="FFFFFF"/>
                  </a:solidFill>
                  <a:effectLst/>
                  <a:uLnTx/>
                  <a:uFillTx/>
                  <a:latin typeface="Arial"/>
                  <a:ea typeface="+mn-ea"/>
                  <a:cs typeface="+mn-cs"/>
                  <a:sym typeface="Arial"/>
                </a:rPr>
                <a:t>l does the model predict test set?</a:t>
              </a:r>
              <a:endParaRPr kumimoji="0" lang="en-US" sz="1400" b="0" i="0" u="none" strike="noStrike" kern="0" cap="none" spc="0" normalizeH="0" baseline="0" noProof="0" dirty="0">
                <a:ln>
                  <a:noFill/>
                </a:ln>
                <a:solidFill>
                  <a:srgbClr val="FFFFFF"/>
                </a:solidFill>
                <a:effectLst/>
                <a:uLnTx/>
                <a:uFillTx/>
                <a:latin typeface="Arial"/>
                <a:ea typeface="+mn-ea"/>
                <a:cs typeface="+mn-cs"/>
                <a:sym typeface="Arial"/>
              </a:endParaRPr>
            </a:p>
          </p:txBody>
        </p:sp>
        <p:cxnSp>
          <p:nvCxnSpPr>
            <p:cNvPr id="20" name="Straight Connector 19">
              <a:extLst>
                <a:ext uri="{FF2B5EF4-FFF2-40B4-BE49-F238E27FC236}">
                  <a16:creationId xmlns:a16="http://schemas.microsoft.com/office/drawing/2014/main" id="{C6484488-574F-FFFD-F2F2-D79C494F501F}"/>
                </a:ext>
              </a:extLst>
            </p:cNvPr>
            <p:cNvCxnSpPr>
              <a:cxnSpLocks/>
            </p:cNvCxnSpPr>
            <p:nvPr/>
          </p:nvCxnSpPr>
          <p:spPr>
            <a:xfrm>
              <a:off x="4097190" y="2956181"/>
              <a:ext cx="1622153" cy="757849"/>
            </a:xfrm>
            <a:prstGeom prst="line">
              <a:avLst/>
            </a:prstGeom>
            <a:ln w="28575">
              <a:solidFill>
                <a:schemeClr val="accent4">
                  <a:lumMod val="50000"/>
                </a:schemeClr>
              </a:solidFill>
              <a:headEnd type="none" w="med" len="med"/>
              <a:tailEnd type="stealth"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C0B7E2D-E9B4-9D32-FF7F-F119CB9310B3}"/>
                </a:ext>
              </a:extLst>
            </p:cNvPr>
            <p:cNvCxnSpPr>
              <a:cxnSpLocks/>
            </p:cNvCxnSpPr>
            <p:nvPr/>
          </p:nvCxnSpPr>
          <p:spPr>
            <a:xfrm>
              <a:off x="5719343" y="2318873"/>
              <a:ext cx="0" cy="1395157"/>
            </a:xfrm>
            <a:prstGeom prst="line">
              <a:avLst/>
            </a:prstGeom>
            <a:ln w="28575">
              <a:solidFill>
                <a:schemeClr val="accent4">
                  <a:lumMod val="50000"/>
                </a:schemeClr>
              </a:solidFill>
              <a:headEnd type="none" w="med" len="med"/>
              <a:tailEnd type="stealth" w="med" len="med"/>
            </a:ln>
          </p:spPr>
          <p:style>
            <a:lnRef idx="1">
              <a:schemeClr val="accent1"/>
            </a:lnRef>
            <a:fillRef idx="0">
              <a:schemeClr val="accent1"/>
            </a:fillRef>
            <a:effectRef idx="0">
              <a:schemeClr val="accent1"/>
            </a:effectRef>
            <a:fontRef idx="minor">
              <a:schemeClr val="tx1"/>
            </a:fontRef>
          </p:style>
        </p:cxnSp>
      </p:grpSp>
      <p:sp>
        <p:nvSpPr>
          <p:cNvPr id="11" name="Text Placeholder 10">
            <a:extLst>
              <a:ext uri="{FF2B5EF4-FFF2-40B4-BE49-F238E27FC236}">
                <a16:creationId xmlns:a16="http://schemas.microsoft.com/office/drawing/2014/main" id="{2C854F0D-8C20-39F1-C669-56F60C8A471C}"/>
              </a:ext>
            </a:extLst>
          </p:cNvPr>
          <p:cNvSpPr>
            <a:spLocks noGrp="1"/>
          </p:cNvSpPr>
          <p:nvPr>
            <p:ph type="body" idx="1"/>
          </p:nvPr>
        </p:nvSpPr>
        <p:spPr>
          <a:xfrm>
            <a:off x="311700" y="5091189"/>
            <a:ext cx="8520600" cy="1565930"/>
          </a:xfrm>
        </p:spPr>
        <p:txBody>
          <a:bodyPr>
            <a:normAutofit fontScale="92500" lnSpcReduction="20000"/>
          </a:bodyPr>
          <a:lstStyle/>
          <a:p>
            <a:pPr>
              <a:buFont typeface="Arial"/>
              <a:buAutoNum type="arabicPeriod"/>
            </a:pPr>
            <a:r>
              <a:rPr lang="en-US" sz="2400" dirty="0">
                <a:solidFill>
                  <a:schemeClr val="bg1"/>
                </a:solidFill>
              </a:rPr>
              <a:t>Item difficulty</a:t>
            </a:r>
          </a:p>
          <a:p>
            <a:pPr>
              <a:buFont typeface="Arial"/>
              <a:buAutoNum type="arabicPeriod"/>
            </a:pPr>
            <a:r>
              <a:rPr lang="en-US" sz="2400" dirty="0">
                <a:solidFill>
                  <a:schemeClr val="bg1"/>
                </a:solidFill>
              </a:rPr>
              <a:t>Split student, learning parameters based on practice type</a:t>
            </a:r>
          </a:p>
          <a:p>
            <a:pPr>
              <a:buFont typeface="Arial"/>
              <a:buAutoNum type="arabicPeriod"/>
            </a:pPr>
            <a:r>
              <a:rPr lang="en-US" sz="2400" dirty="0">
                <a:solidFill>
                  <a:schemeClr val="bg1"/>
                </a:solidFill>
              </a:rPr>
              <a:t>Account for rushed practice with student and session-level time variables</a:t>
            </a:r>
          </a:p>
          <a:p>
            <a:pPr marL="114300" indent="0">
              <a:buNone/>
            </a:pPr>
            <a:endParaRPr lang="en-US" sz="2000" dirty="0"/>
          </a:p>
        </p:txBody>
      </p:sp>
    </p:spTree>
    <p:extLst>
      <p:ext uri="{BB962C8B-B14F-4D97-AF65-F5344CB8AC3E}">
        <p14:creationId xmlns:p14="http://schemas.microsoft.com/office/powerpoint/2010/main" val="2684140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9419B-5D21-D1CD-D619-4808B47A5522}"/>
              </a:ext>
            </a:extLst>
          </p:cNvPr>
          <p:cNvSpPr>
            <a:spLocks noGrp="1"/>
          </p:cNvSpPr>
          <p:nvPr>
            <p:ph type="title"/>
          </p:nvPr>
        </p:nvSpPr>
        <p:spPr>
          <a:xfrm>
            <a:off x="311700" y="260858"/>
            <a:ext cx="8520600" cy="763600"/>
          </a:xfrm>
        </p:spPr>
        <p:txBody>
          <a:bodyPr>
            <a:noAutofit/>
          </a:bodyPr>
          <a:lstStyle/>
          <a:p>
            <a:r>
              <a:rPr lang="en-US" dirty="0">
                <a:solidFill>
                  <a:schemeClr val="bg1"/>
                </a:solidFill>
              </a:rPr>
              <a:t>Accounting for item &amp; practice variability improves predictions dramatically</a:t>
            </a:r>
          </a:p>
        </p:txBody>
      </p:sp>
      <p:sp>
        <p:nvSpPr>
          <p:cNvPr id="3" name="Text Placeholder 2">
            <a:extLst>
              <a:ext uri="{FF2B5EF4-FFF2-40B4-BE49-F238E27FC236}">
                <a16:creationId xmlns:a16="http://schemas.microsoft.com/office/drawing/2014/main" id="{B0F8E671-BDAF-F561-A0D6-0B569FDD77E8}"/>
              </a:ext>
            </a:extLst>
          </p:cNvPr>
          <p:cNvSpPr>
            <a:spLocks noGrp="1"/>
          </p:cNvSpPr>
          <p:nvPr>
            <p:ph type="body" idx="1"/>
          </p:nvPr>
        </p:nvSpPr>
        <p:spPr/>
        <p:txBody>
          <a:bodyPr/>
          <a:lstStyle/>
          <a:p>
            <a:endParaRPr lang="en-US"/>
          </a:p>
        </p:txBody>
      </p:sp>
      <p:pic>
        <p:nvPicPr>
          <p:cNvPr id="7" name="Picture 6">
            <a:extLst>
              <a:ext uri="{FF2B5EF4-FFF2-40B4-BE49-F238E27FC236}">
                <a16:creationId xmlns:a16="http://schemas.microsoft.com/office/drawing/2014/main" id="{928B95CB-C227-C092-CE92-4ABA82976AED}"/>
              </a:ext>
            </a:extLst>
          </p:cNvPr>
          <p:cNvPicPr>
            <a:picLocks noChangeAspect="1"/>
          </p:cNvPicPr>
          <p:nvPr/>
        </p:nvPicPr>
        <p:blipFill>
          <a:blip r:embed="rId3"/>
          <a:stretch>
            <a:fillRect/>
          </a:stretch>
        </p:blipFill>
        <p:spPr>
          <a:xfrm>
            <a:off x="174540" y="1546860"/>
            <a:ext cx="8834511" cy="4785360"/>
          </a:xfrm>
          <a:prstGeom prst="rect">
            <a:avLst/>
          </a:prstGeom>
        </p:spPr>
      </p:pic>
    </p:spTree>
    <p:extLst>
      <p:ext uri="{BB962C8B-B14F-4D97-AF65-F5344CB8AC3E}">
        <p14:creationId xmlns:p14="http://schemas.microsoft.com/office/powerpoint/2010/main" val="34077895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Box 4">
            <a:extLst>
              <a:ext uri="{FF2B5EF4-FFF2-40B4-BE49-F238E27FC236}">
                <a16:creationId xmlns:a16="http://schemas.microsoft.com/office/drawing/2014/main" id="{8F7E4134-49FB-F3DF-83C4-00A9CB162F68}"/>
              </a:ext>
            </a:extLst>
          </p:cNvPr>
          <p:cNvSpPr txBox="1">
            <a:spLocks/>
          </p:cNvSpPr>
          <p:nvPr/>
        </p:nvSpPr>
        <p:spPr>
          <a:xfrm>
            <a:off x="293115" y="240587"/>
            <a:ext cx="8734414" cy="448841"/>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lang="en-US"/>
            </a:defPPr>
            <a:lvl1pPr marL="0" marR="0" lvl="0" algn="l" defTabSz="1371600" rtl="0" eaLnBrk="1" latinLnBrk="0" hangingPunct="1">
              <a:lnSpc>
                <a:spcPct val="100000"/>
              </a:lnSpc>
              <a:spcBef>
                <a:spcPts val="0"/>
              </a:spcBef>
              <a:spcAft>
                <a:spcPts val="0"/>
              </a:spcAft>
              <a:buClr>
                <a:schemeClr val="dk1"/>
              </a:buClr>
              <a:buSzPts val="2800"/>
              <a:buFont typeface="Arial"/>
              <a:buNone/>
              <a:defRPr sz="2700" b="0" i="0" u="none" strike="noStrike" kern="1200" cap="none">
                <a:solidFill>
                  <a:schemeClr val="tx1"/>
                </a:solidFill>
                <a:latin typeface="+mn-lt"/>
                <a:ea typeface="+mn-ea"/>
                <a:cs typeface="+mn-cs"/>
                <a:sym typeface="Arial"/>
              </a:defRPr>
            </a:lvl1pPr>
            <a:lvl2pPr marL="685800" marR="0" lvl="1" algn="l" defTabSz="1371600" rtl="0" eaLnBrk="1" latinLnBrk="0" hangingPunct="1">
              <a:lnSpc>
                <a:spcPct val="100000"/>
              </a:lnSpc>
              <a:spcBef>
                <a:spcPts val="0"/>
              </a:spcBef>
              <a:spcAft>
                <a:spcPts val="0"/>
              </a:spcAft>
              <a:buClr>
                <a:schemeClr val="dk1"/>
              </a:buClr>
              <a:buSzPts val="2800"/>
              <a:buFont typeface="Arial"/>
              <a:buNone/>
              <a:defRPr sz="2700" b="0" i="0" u="none" strike="noStrike" kern="1200" cap="none">
                <a:solidFill>
                  <a:schemeClr val="tx1"/>
                </a:solidFill>
                <a:latin typeface="+mn-lt"/>
                <a:ea typeface="+mn-ea"/>
                <a:cs typeface="+mn-cs"/>
                <a:sym typeface="Arial"/>
              </a:defRPr>
            </a:lvl2pPr>
            <a:lvl3pPr marL="1371600" marR="0" lvl="2" algn="l" defTabSz="1371600" rtl="0" eaLnBrk="1" latinLnBrk="0" hangingPunct="1">
              <a:lnSpc>
                <a:spcPct val="100000"/>
              </a:lnSpc>
              <a:spcBef>
                <a:spcPts val="0"/>
              </a:spcBef>
              <a:spcAft>
                <a:spcPts val="0"/>
              </a:spcAft>
              <a:buClr>
                <a:schemeClr val="dk1"/>
              </a:buClr>
              <a:buSzPts val="2800"/>
              <a:buFont typeface="Arial"/>
              <a:buNone/>
              <a:defRPr sz="2700" b="0" i="0" u="none" strike="noStrike" kern="1200" cap="none">
                <a:solidFill>
                  <a:schemeClr val="tx1"/>
                </a:solidFill>
                <a:latin typeface="+mn-lt"/>
                <a:ea typeface="+mn-ea"/>
                <a:cs typeface="+mn-cs"/>
                <a:sym typeface="Arial"/>
              </a:defRPr>
            </a:lvl3pPr>
            <a:lvl4pPr marL="2057400" marR="0" lvl="3" algn="l" defTabSz="1371600" rtl="0" eaLnBrk="1" latinLnBrk="0" hangingPunct="1">
              <a:lnSpc>
                <a:spcPct val="100000"/>
              </a:lnSpc>
              <a:spcBef>
                <a:spcPts val="0"/>
              </a:spcBef>
              <a:spcAft>
                <a:spcPts val="0"/>
              </a:spcAft>
              <a:buClr>
                <a:schemeClr val="dk1"/>
              </a:buClr>
              <a:buSzPts val="2800"/>
              <a:buFont typeface="Arial"/>
              <a:buNone/>
              <a:defRPr sz="2700" b="0" i="0" u="none" strike="noStrike" kern="1200" cap="none">
                <a:solidFill>
                  <a:schemeClr val="tx1"/>
                </a:solidFill>
                <a:latin typeface="+mn-lt"/>
                <a:ea typeface="+mn-ea"/>
                <a:cs typeface="+mn-cs"/>
                <a:sym typeface="Arial"/>
              </a:defRPr>
            </a:lvl4pPr>
            <a:lvl5pPr marL="2743200" marR="0" lvl="4" algn="l" defTabSz="1371600" rtl="0" eaLnBrk="1" latinLnBrk="0" hangingPunct="1">
              <a:lnSpc>
                <a:spcPct val="100000"/>
              </a:lnSpc>
              <a:spcBef>
                <a:spcPts val="0"/>
              </a:spcBef>
              <a:spcAft>
                <a:spcPts val="0"/>
              </a:spcAft>
              <a:buClr>
                <a:schemeClr val="dk1"/>
              </a:buClr>
              <a:buSzPts val="2800"/>
              <a:buFont typeface="Arial"/>
              <a:buNone/>
              <a:defRPr sz="2700" b="0" i="0" u="none" strike="noStrike" kern="1200" cap="none">
                <a:solidFill>
                  <a:schemeClr val="tx1"/>
                </a:solidFill>
                <a:latin typeface="+mn-lt"/>
                <a:ea typeface="+mn-ea"/>
                <a:cs typeface="+mn-cs"/>
                <a:sym typeface="Arial"/>
              </a:defRPr>
            </a:lvl5pPr>
            <a:lvl6pPr marL="3429000" marR="0" lvl="5" algn="l" defTabSz="1371600" rtl="0" eaLnBrk="1" latinLnBrk="0" hangingPunct="1">
              <a:lnSpc>
                <a:spcPct val="100000"/>
              </a:lnSpc>
              <a:spcBef>
                <a:spcPts val="0"/>
              </a:spcBef>
              <a:spcAft>
                <a:spcPts val="0"/>
              </a:spcAft>
              <a:buClr>
                <a:schemeClr val="dk1"/>
              </a:buClr>
              <a:buSzPts val="2800"/>
              <a:buFont typeface="Arial"/>
              <a:buNone/>
              <a:defRPr sz="2700" b="0" i="0" u="none" strike="noStrike" kern="1200" cap="none">
                <a:solidFill>
                  <a:schemeClr val="tx1"/>
                </a:solidFill>
                <a:latin typeface="+mn-lt"/>
                <a:ea typeface="+mn-ea"/>
                <a:cs typeface="+mn-cs"/>
                <a:sym typeface="Arial"/>
              </a:defRPr>
            </a:lvl6pPr>
            <a:lvl7pPr marL="4114800" marR="0" lvl="6" algn="l" defTabSz="1371600" rtl="0" eaLnBrk="1" latinLnBrk="0" hangingPunct="1">
              <a:lnSpc>
                <a:spcPct val="100000"/>
              </a:lnSpc>
              <a:spcBef>
                <a:spcPts val="0"/>
              </a:spcBef>
              <a:spcAft>
                <a:spcPts val="0"/>
              </a:spcAft>
              <a:buClr>
                <a:schemeClr val="dk1"/>
              </a:buClr>
              <a:buSzPts val="2800"/>
              <a:buFont typeface="Arial"/>
              <a:buNone/>
              <a:defRPr sz="2700" b="0" i="0" u="none" strike="noStrike" kern="1200" cap="none">
                <a:solidFill>
                  <a:schemeClr val="tx1"/>
                </a:solidFill>
                <a:latin typeface="+mn-lt"/>
                <a:ea typeface="+mn-ea"/>
                <a:cs typeface="+mn-cs"/>
                <a:sym typeface="Arial"/>
              </a:defRPr>
            </a:lvl7pPr>
            <a:lvl8pPr marL="4800600" marR="0" lvl="7" algn="l" defTabSz="1371600" rtl="0" eaLnBrk="1" latinLnBrk="0" hangingPunct="1">
              <a:lnSpc>
                <a:spcPct val="100000"/>
              </a:lnSpc>
              <a:spcBef>
                <a:spcPts val="0"/>
              </a:spcBef>
              <a:spcAft>
                <a:spcPts val="0"/>
              </a:spcAft>
              <a:buClr>
                <a:schemeClr val="dk1"/>
              </a:buClr>
              <a:buSzPts val="2800"/>
              <a:buFont typeface="Arial"/>
              <a:buNone/>
              <a:defRPr sz="2700" b="0" i="0" u="none" strike="noStrike" kern="1200" cap="none">
                <a:solidFill>
                  <a:schemeClr val="tx1"/>
                </a:solidFill>
                <a:latin typeface="+mn-lt"/>
                <a:ea typeface="+mn-ea"/>
                <a:cs typeface="+mn-cs"/>
                <a:sym typeface="Arial"/>
              </a:defRPr>
            </a:lvl8pPr>
            <a:lvl9pPr marL="5486400" marR="0" lvl="8" algn="l" defTabSz="1371600" rtl="0" eaLnBrk="1" latinLnBrk="0" hangingPunct="1">
              <a:lnSpc>
                <a:spcPct val="100000"/>
              </a:lnSpc>
              <a:spcBef>
                <a:spcPts val="0"/>
              </a:spcBef>
              <a:spcAft>
                <a:spcPts val="0"/>
              </a:spcAft>
              <a:buClr>
                <a:schemeClr val="dk1"/>
              </a:buClr>
              <a:buSzPts val="2800"/>
              <a:buFont typeface="Arial"/>
              <a:buNone/>
              <a:defRPr sz="2700" b="0" i="0" u="none" strike="noStrike" kern="1200" cap="none">
                <a:solidFill>
                  <a:schemeClr val="tx1"/>
                </a:solidFill>
                <a:latin typeface="+mn-lt"/>
                <a:ea typeface="+mn-ea"/>
                <a:cs typeface="+mn-cs"/>
                <a:sym typeface="Arial"/>
              </a:defRPr>
            </a:lvl9pPr>
          </a:lstStyle>
          <a:p>
            <a:pPr defTabSz="685800">
              <a:lnSpc>
                <a:spcPts val="3499"/>
              </a:lnSpc>
              <a:spcBef>
                <a:spcPct val="0"/>
              </a:spcBef>
              <a:buClrTx/>
              <a:buSzTx/>
              <a:defRPr/>
            </a:pPr>
            <a:r>
              <a:rPr lang="en-US" sz="3000" b="1" dirty="0">
                <a:solidFill>
                  <a:srgbClr val="FFFFFF"/>
                </a:solidFill>
                <a:latin typeface="Segoe UI Semibold" panose="020B0502040204020203" pitchFamily="34" charset="0"/>
                <a:ea typeface="Archivo Expanded Expanded"/>
                <a:cs typeface="Segoe UI Semibold" panose="020B0502040204020203" pitchFamily="34" charset="0"/>
                <a:sym typeface="Archivo Expanded"/>
              </a:rPr>
              <a:t>3. Practice performance depends strongly on time</a:t>
            </a:r>
          </a:p>
        </p:txBody>
      </p:sp>
      <p:pic>
        <p:nvPicPr>
          <p:cNvPr id="13" name="Picture 1" descr="ednet_figures/compare_accuracy_by_speed.png">
            <a:extLst>
              <a:ext uri="{FF2B5EF4-FFF2-40B4-BE49-F238E27FC236}">
                <a16:creationId xmlns:a16="http://schemas.microsoft.com/office/drawing/2014/main" id="{6840524C-357D-7D3D-E221-BB94AC60176E}"/>
              </a:ext>
            </a:extLst>
          </p:cNvPr>
          <p:cNvPicPr>
            <a:picLocks noGrp="1" noChangeAspect="1"/>
          </p:cNvPicPr>
          <p:nvPr/>
        </p:nvPicPr>
        <p:blipFill>
          <a:blip r:embed="rId2"/>
          <a:srcRect t="6954" r="51268" b="5314"/>
          <a:stretch>
            <a:fillRect/>
          </a:stretch>
        </p:blipFill>
        <p:spPr bwMode="auto">
          <a:xfrm>
            <a:off x="209251" y="2133582"/>
            <a:ext cx="4344256" cy="2884570"/>
          </a:xfrm>
          <a:prstGeom prst="rect">
            <a:avLst/>
          </a:prstGeom>
          <a:noFill/>
          <a:ln w="9525">
            <a:noFill/>
            <a:headEnd/>
            <a:tailEnd/>
          </a:ln>
        </p:spPr>
      </p:pic>
      <p:sp>
        <p:nvSpPr>
          <p:cNvPr id="14" name="TextBox 13">
            <a:extLst>
              <a:ext uri="{FF2B5EF4-FFF2-40B4-BE49-F238E27FC236}">
                <a16:creationId xmlns:a16="http://schemas.microsoft.com/office/drawing/2014/main" id="{A8D0F6C1-B078-9144-AEA9-CD56B4BE9ADD}"/>
              </a:ext>
            </a:extLst>
          </p:cNvPr>
          <p:cNvSpPr txBox="1"/>
          <p:nvPr/>
        </p:nvSpPr>
        <p:spPr>
          <a:xfrm>
            <a:off x="729223" y="5022806"/>
            <a:ext cx="3603785" cy="830997"/>
          </a:xfrm>
          <a:prstGeom prst="rect">
            <a:avLst/>
          </a:prstGeom>
          <a:noFill/>
        </p:spPr>
        <p:txBody>
          <a:bodyPr wrap="square" rtlCol="0">
            <a:spAutoFit/>
          </a:bodyPr>
          <a:lstStyle/>
          <a:p>
            <a:pPr defTabSz="457200">
              <a:buClrTx/>
              <a:defRPr/>
            </a:pPr>
            <a:r>
              <a:rPr lang="en-US" sz="2400" kern="1200" dirty="0">
                <a:solidFill>
                  <a:schemeClr val="bg1"/>
                </a:solidFill>
                <a:latin typeface="Calibri"/>
                <a:ea typeface="+mn-ea"/>
                <a:cs typeface="+mn-cs"/>
              </a:rPr>
              <a:t>Fast			               slow</a:t>
            </a:r>
          </a:p>
          <a:p>
            <a:pPr algn="ctr" defTabSz="457200">
              <a:buClrTx/>
              <a:defRPr/>
            </a:pPr>
            <a:r>
              <a:rPr lang="en-US" sz="2400" kern="1200" dirty="0">
                <a:solidFill>
                  <a:schemeClr val="bg1"/>
                </a:solidFill>
                <a:latin typeface="Calibri"/>
                <a:ea typeface="+mn-ea"/>
                <a:cs typeface="+mn-cs"/>
              </a:rPr>
              <a:t>Scaled response time</a:t>
            </a:r>
          </a:p>
        </p:txBody>
      </p:sp>
      <p:sp>
        <p:nvSpPr>
          <p:cNvPr id="16" name="TextBox 15">
            <a:extLst>
              <a:ext uri="{FF2B5EF4-FFF2-40B4-BE49-F238E27FC236}">
                <a16:creationId xmlns:a16="http://schemas.microsoft.com/office/drawing/2014/main" id="{88F2F47F-28C9-3BC4-EBB9-750A7560EA99}"/>
              </a:ext>
            </a:extLst>
          </p:cNvPr>
          <p:cNvSpPr txBox="1"/>
          <p:nvPr/>
        </p:nvSpPr>
        <p:spPr>
          <a:xfrm>
            <a:off x="293115" y="1539243"/>
            <a:ext cx="4168357" cy="523220"/>
          </a:xfrm>
          <a:prstGeom prst="rect">
            <a:avLst/>
          </a:prstGeom>
          <a:noFill/>
        </p:spPr>
        <p:txBody>
          <a:bodyPr wrap="square" rtlCol="0">
            <a:spAutoFit/>
          </a:bodyPr>
          <a:lstStyle/>
          <a:p>
            <a:pPr algn="ctr" defTabSz="457200">
              <a:buClrTx/>
              <a:defRPr/>
            </a:pPr>
            <a:r>
              <a:rPr lang="en-US" sz="2800" kern="1200" dirty="0">
                <a:solidFill>
                  <a:schemeClr val="bg1"/>
                </a:solidFill>
                <a:latin typeface="Calibri"/>
                <a:ea typeface="+mn-ea"/>
                <a:cs typeface="+mn-cs"/>
              </a:rPr>
              <a:t>REAL CHEM Practice</a:t>
            </a:r>
          </a:p>
        </p:txBody>
      </p:sp>
      <p:grpSp>
        <p:nvGrpSpPr>
          <p:cNvPr id="20" name="Group 19">
            <a:extLst>
              <a:ext uri="{FF2B5EF4-FFF2-40B4-BE49-F238E27FC236}">
                <a16:creationId xmlns:a16="http://schemas.microsoft.com/office/drawing/2014/main" id="{C554E9BE-4BCE-8DE6-72C9-5E739A5130DB}"/>
              </a:ext>
            </a:extLst>
          </p:cNvPr>
          <p:cNvGrpSpPr/>
          <p:nvPr/>
        </p:nvGrpSpPr>
        <p:grpSpPr>
          <a:xfrm>
            <a:off x="4553507" y="1156379"/>
            <a:ext cx="4535076" cy="4706389"/>
            <a:chOff x="4553507" y="1156379"/>
            <a:chExt cx="4535076" cy="4706389"/>
          </a:xfrm>
        </p:grpSpPr>
        <p:sp>
          <p:nvSpPr>
            <p:cNvPr id="15" name="TextBox 14">
              <a:extLst>
                <a:ext uri="{FF2B5EF4-FFF2-40B4-BE49-F238E27FC236}">
                  <a16:creationId xmlns:a16="http://schemas.microsoft.com/office/drawing/2014/main" id="{FF726A41-76F9-BFDF-A446-E38DA59C4681}"/>
                </a:ext>
              </a:extLst>
            </p:cNvPr>
            <p:cNvSpPr txBox="1"/>
            <p:nvPr/>
          </p:nvSpPr>
          <p:spPr>
            <a:xfrm>
              <a:off x="5138433" y="5031771"/>
              <a:ext cx="3603785" cy="830997"/>
            </a:xfrm>
            <a:prstGeom prst="rect">
              <a:avLst/>
            </a:prstGeom>
            <a:noFill/>
          </p:spPr>
          <p:txBody>
            <a:bodyPr wrap="square" rtlCol="0">
              <a:spAutoFit/>
            </a:bodyPr>
            <a:lstStyle/>
            <a:p>
              <a:pPr defTabSz="457200">
                <a:buClrTx/>
                <a:defRPr/>
              </a:pPr>
              <a:r>
                <a:rPr lang="en-US" sz="2400" kern="1200" dirty="0">
                  <a:solidFill>
                    <a:schemeClr val="bg1"/>
                  </a:solidFill>
                  <a:latin typeface="Calibri"/>
                  <a:ea typeface="+mn-ea"/>
                  <a:cs typeface="+mn-cs"/>
                </a:rPr>
                <a:t>Fast	                            slow</a:t>
              </a:r>
            </a:p>
            <a:p>
              <a:pPr algn="ctr" defTabSz="457200">
                <a:buClrTx/>
                <a:defRPr/>
              </a:pPr>
              <a:r>
                <a:rPr lang="en-US" sz="2400" kern="1200" dirty="0">
                  <a:solidFill>
                    <a:schemeClr val="bg1"/>
                  </a:solidFill>
                  <a:latin typeface="Calibri"/>
                  <a:ea typeface="+mn-ea"/>
                  <a:cs typeface="+mn-cs"/>
                </a:rPr>
                <a:t>Scaled response time</a:t>
              </a:r>
            </a:p>
          </p:txBody>
        </p:sp>
        <p:sp>
          <p:nvSpPr>
            <p:cNvPr id="17" name="TextBox 16">
              <a:extLst>
                <a:ext uri="{FF2B5EF4-FFF2-40B4-BE49-F238E27FC236}">
                  <a16:creationId xmlns:a16="http://schemas.microsoft.com/office/drawing/2014/main" id="{82711EB6-1C06-F1EA-ECA9-15A14B7DFE8C}"/>
                </a:ext>
              </a:extLst>
            </p:cNvPr>
            <p:cNvSpPr txBox="1"/>
            <p:nvPr/>
          </p:nvSpPr>
          <p:spPr>
            <a:xfrm>
              <a:off x="4553507" y="1156379"/>
              <a:ext cx="4535076" cy="954107"/>
            </a:xfrm>
            <a:prstGeom prst="rect">
              <a:avLst/>
            </a:prstGeom>
            <a:noFill/>
          </p:spPr>
          <p:txBody>
            <a:bodyPr wrap="square" rtlCol="0">
              <a:spAutoFit/>
            </a:bodyPr>
            <a:lstStyle/>
            <a:p>
              <a:pPr algn="ctr" defTabSz="457200">
                <a:buClrTx/>
                <a:defRPr/>
              </a:pPr>
              <a:r>
                <a:rPr lang="en-US" sz="2800" kern="1200" dirty="0" err="1">
                  <a:solidFill>
                    <a:schemeClr val="bg1"/>
                  </a:solidFill>
                  <a:latin typeface="Calibri"/>
                  <a:ea typeface="+mn-ea"/>
                  <a:cs typeface="+mn-cs"/>
                </a:rPr>
                <a:t>EdNet</a:t>
              </a:r>
              <a:r>
                <a:rPr lang="en-US" sz="2800" kern="1200" dirty="0">
                  <a:solidFill>
                    <a:schemeClr val="bg1"/>
                  </a:solidFill>
                  <a:latin typeface="Calibri"/>
                  <a:ea typeface="+mn-ea"/>
                  <a:cs typeface="+mn-cs"/>
                </a:rPr>
                <a:t> tutoring data –  </a:t>
              </a:r>
            </a:p>
            <a:p>
              <a:pPr algn="ctr" defTabSz="457200">
                <a:buClrTx/>
                <a:defRPr/>
              </a:pPr>
              <a:r>
                <a:rPr lang="en-US" sz="2800" kern="1200" dirty="0">
                  <a:solidFill>
                    <a:schemeClr val="bg1"/>
                  </a:solidFill>
                  <a:latin typeface="Calibri"/>
                  <a:ea typeface="+mn-ea"/>
                  <a:cs typeface="+mn-cs"/>
                </a:rPr>
                <a:t>students pay per problem</a:t>
              </a:r>
            </a:p>
          </p:txBody>
        </p:sp>
      </p:grpSp>
      <p:sp>
        <p:nvSpPr>
          <p:cNvPr id="18" name="TextBox 17">
            <a:extLst>
              <a:ext uri="{FF2B5EF4-FFF2-40B4-BE49-F238E27FC236}">
                <a16:creationId xmlns:a16="http://schemas.microsoft.com/office/drawing/2014/main" id="{0B50005C-B893-8147-1F50-3F8FE6667E85}"/>
              </a:ext>
            </a:extLst>
          </p:cNvPr>
          <p:cNvSpPr txBox="1"/>
          <p:nvPr/>
        </p:nvSpPr>
        <p:spPr>
          <a:xfrm>
            <a:off x="835549" y="3245007"/>
            <a:ext cx="1126912" cy="707886"/>
          </a:xfrm>
          <a:prstGeom prst="rect">
            <a:avLst/>
          </a:prstGeom>
          <a:noFill/>
        </p:spPr>
        <p:txBody>
          <a:bodyPr wrap="none" rtlCol="0">
            <a:spAutoFit/>
          </a:bodyPr>
          <a:lstStyle/>
          <a:p>
            <a:pPr defTabSz="457200">
              <a:buClrTx/>
              <a:defRPr/>
            </a:pPr>
            <a:r>
              <a:rPr lang="en-US" sz="2000" kern="1200" dirty="0">
                <a:solidFill>
                  <a:srgbClr val="C00000"/>
                </a:solidFill>
                <a:latin typeface="Calibri"/>
                <a:ea typeface="+mn-ea"/>
                <a:cs typeface="+mn-cs"/>
              </a:rPr>
              <a:t>~20%</a:t>
            </a:r>
          </a:p>
          <a:p>
            <a:pPr defTabSz="457200">
              <a:buClrTx/>
              <a:defRPr/>
            </a:pPr>
            <a:r>
              <a:rPr lang="en-US" sz="2000" kern="1200" dirty="0">
                <a:solidFill>
                  <a:srgbClr val="C00000"/>
                </a:solidFill>
                <a:latin typeface="Calibri"/>
                <a:ea typeface="+mn-ea"/>
                <a:cs typeface="+mn-cs"/>
              </a:rPr>
              <a:t>attempts</a:t>
            </a:r>
          </a:p>
        </p:txBody>
      </p:sp>
      <p:pic>
        <p:nvPicPr>
          <p:cNvPr id="19" name="Picture 18" descr="ednet_figures/compare_accuracy_by_speed.png">
            <a:extLst>
              <a:ext uri="{FF2B5EF4-FFF2-40B4-BE49-F238E27FC236}">
                <a16:creationId xmlns:a16="http://schemas.microsoft.com/office/drawing/2014/main" id="{BB70D98E-D275-5322-A5D5-3D590FF50C8E}"/>
              </a:ext>
            </a:extLst>
          </p:cNvPr>
          <p:cNvPicPr>
            <a:picLocks noGrp="1" noChangeAspect="1"/>
          </p:cNvPicPr>
          <p:nvPr/>
        </p:nvPicPr>
        <p:blipFill>
          <a:blip r:embed="rId2"/>
          <a:srcRect l="50019" t="6954" b="5314"/>
          <a:stretch>
            <a:fillRect/>
          </a:stretch>
        </p:blipFill>
        <p:spPr bwMode="auto">
          <a:xfrm>
            <a:off x="4572000" y="2118168"/>
            <a:ext cx="4455529" cy="2884570"/>
          </a:xfrm>
          <a:prstGeom prst="rect">
            <a:avLst/>
          </a:prstGeom>
          <a:noFill/>
          <a:ln w="9525">
            <a:noFill/>
            <a:headEnd/>
            <a:tailEnd/>
          </a:ln>
        </p:spPr>
      </p:pic>
    </p:spTree>
    <p:extLst>
      <p:ext uri="{BB962C8B-B14F-4D97-AF65-F5344CB8AC3E}">
        <p14:creationId xmlns:p14="http://schemas.microsoft.com/office/powerpoint/2010/main" val="2509556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CE33D-A7C6-B2CB-803D-B8E4D1332405}"/>
              </a:ext>
            </a:extLst>
          </p:cNvPr>
          <p:cNvSpPr>
            <a:spLocks noGrp="1"/>
          </p:cNvSpPr>
          <p:nvPr>
            <p:ph type="title"/>
          </p:nvPr>
        </p:nvSpPr>
        <p:spPr>
          <a:xfrm>
            <a:off x="311700" y="79191"/>
            <a:ext cx="8520600" cy="763600"/>
          </a:xfrm>
        </p:spPr>
        <p:txBody>
          <a:bodyPr>
            <a:normAutofit/>
          </a:bodyPr>
          <a:lstStyle/>
          <a:p>
            <a:r>
              <a:rPr lang="en-US" sz="3200" dirty="0">
                <a:solidFill>
                  <a:schemeClr val="bg1"/>
                </a:solidFill>
              </a:rPr>
              <a:t>Learning rates on practice differ widely </a:t>
            </a:r>
          </a:p>
        </p:txBody>
      </p:sp>
      <p:sp>
        <p:nvSpPr>
          <p:cNvPr id="3" name="Text Placeholder 2">
            <a:extLst>
              <a:ext uri="{FF2B5EF4-FFF2-40B4-BE49-F238E27FC236}">
                <a16:creationId xmlns:a16="http://schemas.microsoft.com/office/drawing/2014/main" id="{43145228-00BE-5AB4-C2E5-1EF983B56EE1}"/>
              </a:ext>
            </a:extLst>
          </p:cNvPr>
          <p:cNvSpPr>
            <a:spLocks noGrp="1"/>
          </p:cNvSpPr>
          <p:nvPr>
            <p:ph type="body" idx="1"/>
          </p:nvPr>
        </p:nvSpPr>
        <p:spPr>
          <a:xfrm>
            <a:off x="155583" y="5442584"/>
            <a:ext cx="8873738" cy="961693"/>
          </a:xfrm>
        </p:spPr>
        <p:txBody>
          <a:bodyPr>
            <a:normAutofit lnSpcReduction="10000"/>
          </a:bodyPr>
          <a:lstStyle/>
          <a:p>
            <a:pPr marL="114300" indent="0">
              <a:buNone/>
            </a:pPr>
            <a:r>
              <a:rPr lang="en-US" sz="2400" dirty="0">
                <a:solidFill>
                  <a:schemeClr val="bg1"/>
                </a:solidFill>
              </a:rPr>
              <a:t>Groups of students who learn significantly more or less from practice, in contrast to prior work</a:t>
            </a:r>
          </a:p>
        </p:txBody>
      </p:sp>
      <p:pic>
        <p:nvPicPr>
          <p:cNvPr id="7" name="Picture 6">
            <a:extLst>
              <a:ext uri="{FF2B5EF4-FFF2-40B4-BE49-F238E27FC236}">
                <a16:creationId xmlns:a16="http://schemas.microsoft.com/office/drawing/2014/main" id="{BF2A8506-97FE-69EF-840D-78BE4F744195}"/>
              </a:ext>
            </a:extLst>
          </p:cNvPr>
          <p:cNvPicPr>
            <a:picLocks noChangeAspect="1"/>
          </p:cNvPicPr>
          <p:nvPr/>
        </p:nvPicPr>
        <p:blipFill>
          <a:blip r:embed="rId2"/>
          <a:srcRect t="9858"/>
          <a:stretch>
            <a:fillRect/>
          </a:stretch>
        </p:blipFill>
        <p:spPr>
          <a:xfrm>
            <a:off x="155583" y="807166"/>
            <a:ext cx="8873738" cy="4388290"/>
          </a:xfrm>
          <a:prstGeom prst="rect">
            <a:avLst/>
          </a:prstGeom>
        </p:spPr>
      </p:pic>
    </p:spTree>
    <p:extLst>
      <p:ext uri="{BB962C8B-B14F-4D97-AF65-F5344CB8AC3E}">
        <p14:creationId xmlns:p14="http://schemas.microsoft.com/office/powerpoint/2010/main" val="7843112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71144-5735-84D9-D581-8CB22685B0F9}"/>
              </a:ext>
            </a:extLst>
          </p:cNvPr>
          <p:cNvSpPr>
            <a:spLocks noGrp="1"/>
          </p:cNvSpPr>
          <p:nvPr>
            <p:ph type="title"/>
          </p:nvPr>
        </p:nvSpPr>
        <p:spPr>
          <a:xfrm>
            <a:off x="508154" y="75538"/>
            <a:ext cx="8520600" cy="763600"/>
          </a:xfrm>
        </p:spPr>
        <p:txBody>
          <a:bodyPr/>
          <a:lstStyle/>
          <a:p>
            <a:r>
              <a:rPr lang="en-US" b="1" dirty="0">
                <a:solidFill>
                  <a:schemeClr val="bg1"/>
                </a:solidFill>
              </a:rPr>
              <a:t>Shared tools: AI-powered tagging and error checking</a:t>
            </a:r>
          </a:p>
        </p:txBody>
      </p:sp>
      <p:sp>
        <p:nvSpPr>
          <p:cNvPr id="3" name="Text Placeholder 2">
            <a:extLst>
              <a:ext uri="{FF2B5EF4-FFF2-40B4-BE49-F238E27FC236}">
                <a16:creationId xmlns:a16="http://schemas.microsoft.com/office/drawing/2014/main" id="{2C2766A3-47FE-DC6E-CEB3-3CDD557C8602}"/>
              </a:ext>
            </a:extLst>
          </p:cNvPr>
          <p:cNvSpPr>
            <a:spLocks noGrp="1"/>
          </p:cNvSpPr>
          <p:nvPr>
            <p:ph type="body" idx="1"/>
          </p:nvPr>
        </p:nvSpPr>
        <p:spPr/>
        <p:txBody>
          <a:bodyPr/>
          <a:lstStyle/>
          <a:p>
            <a:endParaRPr lang="en-US"/>
          </a:p>
        </p:txBody>
      </p:sp>
      <p:sp>
        <p:nvSpPr>
          <p:cNvPr id="4" name="TextBox 3">
            <a:extLst>
              <a:ext uri="{FF2B5EF4-FFF2-40B4-BE49-F238E27FC236}">
                <a16:creationId xmlns:a16="http://schemas.microsoft.com/office/drawing/2014/main" id="{3771BB31-CF06-EF25-F389-36C43DAEF404}"/>
              </a:ext>
            </a:extLst>
          </p:cNvPr>
          <p:cNvSpPr txBox="1"/>
          <p:nvPr/>
        </p:nvSpPr>
        <p:spPr>
          <a:xfrm>
            <a:off x="115244" y="4340629"/>
            <a:ext cx="9028756" cy="1938992"/>
          </a:xfrm>
          <a:prstGeom prst="rect">
            <a:avLst/>
          </a:prstGeom>
          <a:noFill/>
        </p:spPr>
        <p:txBody>
          <a:bodyPr wrap="square" rtlCol="0">
            <a:spAutoFit/>
          </a:bodyPr>
          <a:lstStyle/>
          <a:p>
            <a:r>
              <a:rPr lang="en-US" sz="2400" dirty="0">
                <a:solidFill>
                  <a:schemeClr val="bg1"/>
                </a:solidFill>
              </a:rPr>
              <a:t>Caught many errors in questions</a:t>
            </a:r>
          </a:p>
          <a:p>
            <a:r>
              <a:rPr lang="en-US" sz="2400" dirty="0">
                <a:solidFill>
                  <a:schemeClr val="bg1"/>
                </a:solidFill>
              </a:rPr>
              <a:t>Critical because effective strategies (“doer effect”) rely on feedback</a:t>
            </a:r>
          </a:p>
          <a:p>
            <a:endParaRPr lang="en-US" sz="2400" dirty="0">
              <a:solidFill>
                <a:schemeClr val="bg1"/>
              </a:solidFill>
            </a:endParaRPr>
          </a:p>
          <a:p>
            <a:r>
              <a:rPr lang="en-US" sz="2400" dirty="0">
                <a:solidFill>
                  <a:schemeClr val="bg1"/>
                </a:solidFill>
              </a:rPr>
              <a:t>What is effect on student learning of incorrect feedback? </a:t>
            </a:r>
          </a:p>
        </p:txBody>
      </p:sp>
      <p:pic>
        <p:nvPicPr>
          <p:cNvPr id="6" name="Picture 5" descr="A diagram of a question markdown&#10;&#10;AI-generated content may be incorrect.">
            <a:extLst>
              <a:ext uri="{FF2B5EF4-FFF2-40B4-BE49-F238E27FC236}">
                <a16:creationId xmlns:a16="http://schemas.microsoft.com/office/drawing/2014/main" id="{70C713A7-4585-911C-AAB5-976CDE504404}"/>
              </a:ext>
            </a:extLst>
          </p:cNvPr>
          <p:cNvPicPr>
            <a:picLocks noChangeAspect="1"/>
          </p:cNvPicPr>
          <p:nvPr/>
        </p:nvPicPr>
        <p:blipFill>
          <a:blip r:embed="rId3"/>
          <a:srcRect l="-1" r="71077" b="20528"/>
          <a:stretch>
            <a:fillRect/>
          </a:stretch>
        </p:blipFill>
        <p:spPr>
          <a:xfrm>
            <a:off x="0" y="1450590"/>
            <a:ext cx="2611395" cy="2258648"/>
          </a:xfrm>
          <a:prstGeom prst="rect">
            <a:avLst/>
          </a:prstGeom>
        </p:spPr>
      </p:pic>
      <p:pic>
        <p:nvPicPr>
          <p:cNvPr id="8" name="Picture 7" descr="A diagram of a question markdown&#10;&#10;AI-generated content may be incorrect.">
            <a:extLst>
              <a:ext uri="{FF2B5EF4-FFF2-40B4-BE49-F238E27FC236}">
                <a16:creationId xmlns:a16="http://schemas.microsoft.com/office/drawing/2014/main" id="{89CAE043-8A97-CB54-5C6E-2B056DB9DEF9}"/>
              </a:ext>
            </a:extLst>
          </p:cNvPr>
          <p:cNvPicPr>
            <a:picLocks noChangeAspect="1"/>
          </p:cNvPicPr>
          <p:nvPr/>
        </p:nvPicPr>
        <p:blipFill>
          <a:blip r:embed="rId3"/>
          <a:srcRect l="28558" r="1" b="6813"/>
          <a:stretch>
            <a:fillRect/>
          </a:stretch>
        </p:blipFill>
        <p:spPr>
          <a:xfrm>
            <a:off x="2578444" y="1450590"/>
            <a:ext cx="6450310" cy="2648416"/>
          </a:xfrm>
          <a:prstGeom prst="rect">
            <a:avLst/>
          </a:prstGeom>
        </p:spPr>
      </p:pic>
      <p:pic>
        <p:nvPicPr>
          <p:cNvPr id="9" name="Picture 8" descr="A diagram of a question markdown&#10;&#10;AI-generated content may be incorrect.">
            <a:extLst>
              <a:ext uri="{FF2B5EF4-FFF2-40B4-BE49-F238E27FC236}">
                <a16:creationId xmlns:a16="http://schemas.microsoft.com/office/drawing/2014/main" id="{D4F64827-4CCA-E36D-64CB-713E902979B6}"/>
              </a:ext>
            </a:extLst>
          </p:cNvPr>
          <p:cNvPicPr>
            <a:picLocks noChangeAspect="1"/>
          </p:cNvPicPr>
          <p:nvPr/>
        </p:nvPicPr>
        <p:blipFill>
          <a:blip r:embed="rId3"/>
          <a:srcRect l="28558" r="40603" b="37608"/>
          <a:stretch>
            <a:fillRect/>
          </a:stretch>
        </p:blipFill>
        <p:spPr>
          <a:xfrm>
            <a:off x="2578444" y="1450591"/>
            <a:ext cx="2784388" cy="1773197"/>
          </a:xfrm>
          <a:prstGeom prst="rect">
            <a:avLst/>
          </a:prstGeom>
        </p:spPr>
      </p:pic>
    </p:spTree>
    <p:extLst>
      <p:ext uri="{BB962C8B-B14F-4D97-AF65-F5344CB8AC3E}">
        <p14:creationId xmlns:p14="http://schemas.microsoft.com/office/powerpoint/2010/main" val="4057414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C94FD-4489-F113-1120-CD4FA987B1E8}"/>
              </a:ext>
            </a:extLst>
          </p:cNvPr>
          <p:cNvSpPr>
            <a:spLocks noGrp="1"/>
          </p:cNvSpPr>
          <p:nvPr>
            <p:ph type="title"/>
          </p:nvPr>
        </p:nvSpPr>
        <p:spPr>
          <a:xfrm>
            <a:off x="311700" y="184818"/>
            <a:ext cx="8520600" cy="763600"/>
          </a:xfrm>
        </p:spPr>
        <p:txBody>
          <a:bodyPr>
            <a:normAutofit fontScale="90000"/>
          </a:bodyPr>
          <a:lstStyle/>
          <a:p>
            <a:r>
              <a:rPr lang="en-US" sz="3200" dirty="0">
                <a:solidFill>
                  <a:schemeClr val="bg1"/>
                </a:solidFill>
              </a:rPr>
              <a:t>Learning improved substantially after fixing incorrect items</a:t>
            </a:r>
          </a:p>
        </p:txBody>
      </p:sp>
      <p:pic>
        <p:nvPicPr>
          <p:cNvPr id="5" name="Picture 4">
            <a:extLst>
              <a:ext uri="{FF2B5EF4-FFF2-40B4-BE49-F238E27FC236}">
                <a16:creationId xmlns:a16="http://schemas.microsoft.com/office/drawing/2014/main" id="{2374E11C-64CD-C155-CB32-ED3AE474CD3E}"/>
              </a:ext>
            </a:extLst>
          </p:cNvPr>
          <p:cNvPicPr>
            <a:picLocks noChangeAspect="1"/>
          </p:cNvPicPr>
          <p:nvPr/>
        </p:nvPicPr>
        <p:blipFill>
          <a:blip r:embed="rId3"/>
          <a:srcRect l="48533" t="7963"/>
          <a:stretch>
            <a:fillRect/>
          </a:stretch>
        </p:blipFill>
        <p:spPr>
          <a:xfrm>
            <a:off x="138883" y="1930754"/>
            <a:ext cx="4678680" cy="4183380"/>
          </a:xfrm>
          <a:prstGeom prst="rect">
            <a:avLst/>
          </a:prstGeom>
        </p:spPr>
      </p:pic>
      <p:sp>
        <p:nvSpPr>
          <p:cNvPr id="8" name="TextBox 7">
            <a:extLst>
              <a:ext uri="{FF2B5EF4-FFF2-40B4-BE49-F238E27FC236}">
                <a16:creationId xmlns:a16="http://schemas.microsoft.com/office/drawing/2014/main" id="{245BE5EA-E478-E1C7-DE6C-DA6B262A2DFC}"/>
              </a:ext>
            </a:extLst>
          </p:cNvPr>
          <p:cNvSpPr txBox="1"/>
          <p:nvPr/>
        </p:nvSpPr>
        <p:spPr>
          <a:xfrm>
            <a:off x="1472383" y="2367468"/>
            <a:ext cx="1005840" cy="461665"/>
          </a:xfrm>
          <a:prstGeom prst="rect">
            <a:avLst/>
          </a:prstGeom>
          <a:noFill/>
        </p:spPr>
        <p:txBody>
          <a:bodyPr wrap="square" rtlCol="0">
            <a:spAutoFit/>
          </a:bodyPr>
          <a:lstStyle/>
          <a:p>
            <a:r>
              <a:rPr lang="en-US" sz="2400" b="1" dirty="0">
                <a:solidFill>
                  <a:srgbClr val="2273CF"/>
                </a:solidFill>
              </a:rPr>
              <a:t>Fixed </a:t>
            </a:r>
          </a:p>
        </p:txBody>
      </p:sp>
      <p:sp>
        <p:nvSpPr>
          <p:cNvPr id="9" name="TextBox 8">
            <a:extLst>
              <a:ext uri="{FF2B5EF4-FFF2-40B4-BE49-F238E27FC236}">
                <a16:creationId xmlns:a16="http://schemas.microsoft.com/office/drawing/2014/main" id="{05CA3621-8492-543B-7027-9609D201EBEF}"/>
              </a:ext>
            </a:extLst>
          </p:cNvPr>
          <p:cNvSpPr txBox="1"/>
          <p:nvPr/>
        </p:nvSpPr>
        <p:spPr>
          <a:xfrm>
            <a:off x="2180784" y="4809433"/>
            <a:ext cx="1268172" cy="461665"/>
          </a:xfrm>
          <a:prstGeom prst="rect">
            <a:avLst/>
          </a:prstGeom>
          <a:noFill/>
        </p:spPr>
        <p:txBody>
          <a:bodyPr wrap="square" rtlCol="0">
            <a:spAutoFit/>
          </a:bodyPr>
          <a:lstStyle/>
          <a:p>
            <a:r>
              <a:rPr lang="en-US" sz="2400" b="1" dirty="0">
                <a:solidFill>
                  <a:srgbClr val="C00000"/>
                </a:solidFill>
              </a:rPr>
              <a:t>Broken</a:t>
            </a:r>
          </a:p>
        </p:txBody>
      </p:sp>
      <p:pic>
        <p:nvPicPr>
          <p:cNvPr id="10" name="Picture 9">
            <a:extLst>
              <a:ext uri="{FF2B5EF4-FFF2-40B4-BE49-F238E27FC236}">
                <a16:creationId xmlns:a16="http://schemas.microsoft.com/office/drawing/2014/main" id="{7576C750-9578-A687-9863-7727312A6BCB}"/>
              </a:ext>
            </a:extLst>
          </p:cNvPr>
          <p:cNvPicPr>
            <a:picLocks noChangeAspect="1"/>
          </p:cNvPicPr>
          <p:nvPr/>
        </p:nvPicPr>
        <p:blipFill>
          <a:blip r:embed="rId4"/>
          <a:srcRect l="50000"/>
          <a:stretch>
            <a:fillRect/>
          </a:stretch>
        </p:blipFill>
        <p:spPr>
          <a:xfrm>
            <a:off x="4899729" y="1930754"/>
            <a:ext cx="4126974" cy="4134384"/>
          </a:xfrm>
          <a:prstGeom prst="rect">
            <a:avLst/>
          </a:prstGeom>
        </p:spPr>
      </p:pic>
      <p:sp>
        <p:nvSpPr>
          <p:cNvPr id="11" name="Rectangle 10">
            <a:extLst>
              <a:ext uri="{FF2B5EF4-FFF2-40B4-BE49-F238E27FC236}">
                <a16:creationId xmlns:a16="http://schemas.microsoft.com/office/drawing/2014/main" id="{66172E25-5C03-8D1F-A1EF-0156742E818F}"/>
              </a:ext>
            </a:extLst>
          </p:cNvPr>
          <p:cNvSpPr/>
          <p:nvPr/>
        </p:nvSpPr>
        <p:spPr>
          <a:xfrm>
            <a:off x="5784110" y="2126512"/>
            <a:ext cx="1339703" cy="2158409"/>
          </a:xfrm>
          <a:prstGeom prst="rect">
            <a:avLst/>
          </a:prstGeom>
          <a:noFill/>
          <a:ln>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71313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0CDF1-114F-692C-DA5E-B0E7F1F6BB6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71E3FE2-1205-D8CE-0D97-361558E51CA7}"/>
              </a:ext>
            </a:extLst>
          </p:cNvPr>
          <p:cNvSpPr txBox="1"/>
          <p:nvPr/>
        </p:nvSpPr>
        <p:spPr>
          <a:xfrm>
            <a:off x="274319" y="1402777"/>
            <a:ext cx="3252651" cy="489364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Myriad Pro"/>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150,000 sessions / semester</a:t>
            </a:r>
          </a:p>
          <a:p>
            <a:pPr marL="0" marR="0" lvl="0" indent="0" algn="l" defTabSz="914400" rtl="0" eaLnBrk="1" fontAlgn="auto" latinLnBrk="0" hangingPunct="1">
              <a:lnSpc>
                <a:spcPct val="100000"/>
              </a:lnSpc>
              <a:spcBef>
                <a:spcPts val="0"/>
              </a:spcBef>
              <a:spcAft>
                <a:spcPts val="0"/>
              </a:spcAft>
              <a:buClrTx/>
              <a:buSzTx/>
              <a:buFontTx/>
              <a:buNone/>
              <a:tabLst/>
              <a:defRPr>
                <a:latin typeface="Myriad Pro"/>
              </a:defRPr>
            </a:pPr>
            <a:endPar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latin typeface="Myriad Pro"/>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Improved chemical reasoning and experimental design (within-teacher randomized control trial)</a:t>
            </a:r>
            <a:b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br>
            <a:endPar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latin typeface="Myriad Pro"/>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Difficult to scale – live instructor support typically needed</a:t>
            </a:r>
          </a:p>
        </p:txBody>
      </p:sp>
      <p:sp>
        <p:nvSpPr>
          <p:cNvPr id="10" name="TextBox 9">
            <a:extLst>
              <a:ext uri="{FF2B5EF4-FFF2-40B4-BE49-F238E27FC236}">
                <a16:creationId xmlns:a16="http://schemas.microsoft.com/office/drawing/2014/main" id="{6170B1E4-3438-1C84-B791-30492DBF42D2}"/>
              </a:ext>
            </a:extLst>
          </p:cNvPr>
          <p:cNvSpPr txBox="1"/>
          <p:nvPr/>
        </p:nvSpPr>
        <p:spPr>
          <a:xfrm>
            <a:off x="3662499" y="6427945"/>
            <a:ext cx="3092439" cy="31146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Myriad Pro"/>
              </a:defRPr>
            </a:pPr>
            <a:r>
              <a:rPr kumimoji="0" lang="en-US" sz="867" b="0" i="0" u="none" strike="noStrike" kern="1200" cap="none" spc="0" normalizeH="0" baseline="0" noProof="0" dirty="0">
                <a:ln>
                  <a:noFill/>
                </a:ln>
                <a:solidFill>
                  <a:prstClr val="white"/>
                </a:solidFill>
                <a:effectLst/>
                <a:uLnTx/>
                <a:uFillTx/>
                <a:latin typeface="Myriad Pro"/>
                <a:ea typeface="+mn-ea"/>
                <a:cs typeface="+mn-cs"/>
              </a:rPr>
              <a:t>McCormick, S et al. </a:t>
            </a:r>
            <a:r>
              <a:rPr kumimoji="0" lang="en-US" sz="867" b="0" i="1" u="none" strike="noStrike" kern="1200" cap="none" spc="0" normalizeH="0" baseline="0" noProof="0" dirty="0">
                <a:ln>
                  <a:noFill/>
                </a:ln>
                <a:solidFill>
                  <a:prstClr val="white"/>
                </a:solidFill>
                <a:effectLst/>
                <a:uLnTx/>
                <a:uFillTx/>
                <a:latin typeface="Myriad Pro"/>
                <a:ea typeface="+mn-ea"/>
                <a:cs typeface="+mn-cs"/>
              </a:rPr>
              <a:t>J. Chem. Educ.</a:t>
            </a:r>
            <a:r>
              <a:rPr kumimoji="0" lang="en-US" sz="867" b="0" i="0" u="none" strike="noStrike" kern="1200" cap="none" spc="0" normalizeH="0" baseline="0" noProof="0" dirty="0">
                <a:ln>
                  <a:noFill/>
                </a:ln>
                <a:solidFill>
                  <a:prstClr val="white"/>
                </a:solidFill>
                <a:effectLst/>
                <a:uLnTx/>
                <a:uFillTx/>
                <a:latin typeface="Myriad Pro"/>
                <a:ea typeface="+mn-ea"/>
                <a:cs typeface="+mn-cs"/>
              </a:rPr>
              <a:t> </a:t>
            </a:r>
            <a:r>
              <a:rPr kumimoji="0" lang="en-US" sz="867" b="1" i="0" u="none" strike="noStrike" kern="1200" cap="none" spc="0" normalizeH="0" baseline="0" noProof="0" dirty="0">
                <a:ln>
                  <a:noFill/>
                </a:ln>
                <a:solidFill>
                  <a:prstClr val="white"/>
                </a:solidFill>
                <a:effectLst/>
                <a:uLnTx/>
                <a:uFillTx/>
                <a:latin typeface="Myriad Pro"/>
                <a:ea typeface="+mn-ea"/>
                <a:cs typeface="+mn-cs"/>
              </a:rPr>
              <a:t>2023</a:t>
            </a:r>
            <a:r>
              <a:rPr kumimoji="0" lang="en-US" sz="867" b="0" i="0" u="none" strike="noStrike" kern="1200" cap="none" spc="0" normalizeH="0" baseline="0" noProof="0" dirty="0">
                <a:ln>
                  <a:noFill/>
                </a:ln>
                <a:solidFill>
                  <a:prstClr val="white"/>
                </a:solidFill>
                <a:effectLst/>
                <a:uLnTx/>
                <a:uFillTx/>
                <a:latin typeface="Myriad Pro"/>
                <a:ea typeface="+mn-ea"/>
                <a:cs typeface="+mn-cs"/>
              </a:rPr>
              <a:t>, </a:t>
            </a:r>
            <a:r>
              <a:rPr kumimoji="0" lang="en-US" sz="867" b="0" i="1" u="none" strike="noStrike" kern="1200" cap="none" spc="0" normalizeH="0" baseline="0" noProof="0" dirty="0">
                <a:ln>
                  <a:noFill/>
                </a:ln>
                <a:solidFill>
                  <a:prstClr val="white"/>
                </a:solidFill>
                <a:effectLst/>
                <a:uLnTx/>
                <a:uFillTx/>
                <a:latin typeface="Myriad Pro"/>
                <a:ea typeface="+mn-ea"/>
                <a:cs typeface="+mn-cs"/>
              </a:rPr>
              <a:t>100</a:t>
            </a:r>
            <a:r>
              <a:rPr kumimoji="0" lang="en-US" sz="867" b="0" i="0" u="none" strike="noStrike" kern="1200" cap="none" spc="0" normalizeH="0" baseline="0" noProof="0" dirty="0">
                <a:ln>
                  <a:noFill/>
                </a:ln>
                <a:solidFill>
                  <a:prstClr val="white"/>
                </a:solidFill>
                <a:effectLst/>
                <a:uLnTx/>
                <a:uFillTx/>
                <a:latin typeface="Myriad Pro"/>
                <a:ea typeface="+mn-ea"/>
                <a:cs typeface="+mn-cs"/>
              </a:rPr>
              <a:t> (6), 2116–2131. </a:t>
            </a:r>
            <a:r>
              <a:rPr kumimoji="0" lang="en-US" sz="867" b="0" i="0" u="none" strike="noStrike" kern="1200" cap="none" spc="0" normalizeH="0" baseline="0" noProof="0" dirty="0">
                <a:ln>
                  <a:noFill/>
                </a:ln>
                <a:solidFill>
                  <a:prstClr val="white"/>
                </a:solidFill>
                <a:effectLst/>
                <a:uLnTx/>
                <a:uFillTx/>
                <a:latin typeface="Myriad Pro"/>
                <a:ea typeface="+mn-ea"/>
                <a:cs typeface="+mn-cs"/>
                <a:hlinkClick r:id="rId3">
                  <a:extLst>
                    <a:ext uri="{A12FA001-AC4F-418D-AE19-62706E023703}">
                      <ahyp:hlinkClr xmlns:ahyp="http://schemas.microsoft.com/office/drawing/2018/hyperlinkcolor" val="tx"/>
                    </a:ext>
                  </a:extLst>
                </a:hlinkClick>
              </a:rPr>
              <a:t>https://doi.org/10.1021/acs.jchemed.2c01106</a:t>
            </a:r>
            <a:r>
              <a:rPr kumimoji="0" lang="en-US" sz="867" b="0" i="0" u="none" strike="noStrike" kern="1200" cap="none" spc="0" normalizeH="0" baseline="0" noProof="0" dirty="0">
                <a:ln>
                  <a:noFill/>
                </a:ln>
                <a:solidFill>
                  <a:prstClr val="white"/>
                </a:solidFill>
                <a:effectLst/>
                <a:uLnTx/>
                <a:uFillTx/>
                <a:latin typeface="Myriad Pro"/>
                <a:ea typeface="+mn-ea"/>
                <a:cs typeface="+mn-cs"/>
              </a:rPr>
              <a:t>.</a:t>
            </a:r>
          </a:p>
        </p:txBody>
      </p:sp>
      <p:pic>
        <p:nvPicPr>
          <p:cNvPr id="12" name="Picture 11">
            <a:extLst>
              <a:ext uri="{FF2B5EF4-FFF2-40B4-BE49-F238E27FC236}">
                <a16:creationId xmlns:a16="http://schemas.microsoft.com/office/drawing/2014/main" id="{1CA5DC55-2843-66D7-C4BE-98A601333907}"/>
              </a:ext>
            </a:extLst>
          </p:cNvPr>
          <p:cNvPicPr>
            <a:picLocks noChangeAspect="1"/>
          </p:cNvPicPr>
          <p:nvPr/>
        </p:nvPicPr>
        <p:blipFill>
          <a:blip r:embed="rId4"/>
          <a:stretch>
            <a:fillRect/>
          </a:stretch>
        </p:blipFill>
        <p:spPr>
          <a:xfrm>
            <a:off x="3662499" y="2405533"/>
            <a:ext cx="5207180" cy="3562108"/>
          </a:xfrm>
          <a:prstGeom prst="rect">
            <a:avLst/>
          </a:prstGeom>
        </p:spPr>
      </p:pic>
      <p:pic>
        <p:nvPicPr>
          <p:cNvPr id="13" name="Picture 12">
            <a:extLst>
              <a:ext uri="{FF2B5EF4-FFF2-40B4-BE49-F238E27FC236}">
                <a16:creationId xmlns:a16="http://schemas.microsoft.com/office/drawing/2014/main" id="{3DAEAE83-B83E-A935-3A41-9AF58697CC23}"/>
              </a:ext>
            </a:extLst>
          </p:cNvPr>
          <p:cNvPicPr>
            <a:picLocks noChangeAspect="1"/>
          </p:cNvPicPr>
          <p:nvPr/>
        </p:nvPicPr>
        <p:blipFill>
          <a:blip r:embed="rId5"/>
          <a:stretch>
            <a:fillRect/>
          </a:stretch>
        </p:blipFill>
        <p:spPr>
          <a:xfrm>
            <a:off x="3662499" y="1941918"/>
            <a:ext cx="1505566" cy="440653"/>
          </a:xfrm>
          <a:prstGeom prst="rect">
            <a:avLst/>
          </a:prstGeom>
        </p:spPr>
      </p:pic>
      <p:sp>
        <p:nvSpPr>
          <p:cNvPr id="4" name="TextBox 4">
            <a:extLst>
              <a:ext uri="{FF2B5EF4-FFF2-40B4-BE49-F238E27FC236}">
                <a16:creationId xmlns:a16="http://schemas.microsoft.com/office/drawing/2014/main" id="{BD3DE63D-FE9E-2AA4-8B1E-834A9F93DE4B}"/>
              </a:ext>
            </a:extLst>
          </p:cNvPr>
          <p:cNvSpPr txBox="1">
            <a:spLocks noGrp="1"/>
          </p:cNvSpPr>
          <p:nvPr>
            <p:ph type="title" idx="4294967295"/>
          </p:nvPr>
        </p:nvSpPr>
        <p:spPr>
          <a:xfrm>
            <a:off x="411480" y="274320"/>
            <a:ext cx="8321040" cy="822960"/>
          </a:xfrm>
          <a:prstGeom prst="rect">
            <a:avLst/>
          </a:prstGeom>
          <a:noFill/>
          <a:effectLst/>
        </p:spPr>
        <p:txBody>
          <a:bodyPr wrap="square" lIns="0" tIns="0" rIns="0" bIns="0" anchor="b">
            <a:normAutofit/>
          </a:bodyPr>
          <a:lstStyle>
            <a:defPPr>
              <a:defRPr lang="en-US"/>
            </a:defPPr>
            <a:lvl1pPr marL="0" algn="l" defTabSz="1371600" rtl="0" eaLnBrk="1" latinLnBrk="0" hangingPunct="1">
              <a:defRPr sz="2700" kern="1200">
                <a:solidFill>
                  <a:srgbClr val="000000"/>
                </a:solidFill>
                <a:latin typeface="+mn-lt"/>
                <a:ea typeface="+mn-ea"/>
                <a:cs typeface="+mn-cs"/>
              </a:defRPr>
            </a:lvl1pPr>
            <a:lvl2pPr marL="685800" algn="l" defTabSz="1371600" rtl="0" eaLnBrk="1" latinLnBrk="0" hangingPunct="1">
              <a:defRPr sz="2700" kern="1200">
                <a:solidFill>
                  <a:srgbClr val="000000"/>
                </a:solidFill>
                <a:latin typeface="+mn-lt"/>
                <a:ea typeface="+mn-ea"/>
                <a:cs typeface="+mn-cs"/>
              </a:defRPr>
            </a:lvl2pPr>
            <a:lvl3pPr marL="1371600" algn="l" defTabSz="1371600" rtl="0" eaLnBrk="1" latinLnBrk="0" hangingPunct="1">
              <a:defRPr sz="2700" kern="1200">
                <a:solidFill>
                  <a:srgbClr val="000000"/>
                </a:solidFill>
                <a:latin typeface="+mn-lt"/>
                <a:ea typeface="+mn-ea"/>
                <a:cs typeface="+mn-cs"/>
              </a:defRPr>
            </a:lvl3pPr>
            <a:lvl4pPr marL="2057400" algn="l" defTabSz="1371600" rtl="0" eaLnBrk="1" latinLnBrk="0" hangingPunct="1">
              <a:defRPr sz="2700" kern="1200">
                <a:solidFill>
                  <a:srgbClr val="000000"/>
                </a:solidFill>
                <a:latin typeface="+mn-lt"/>
                <a:ea typeface="+mn-ea"/>
                <a:cs typeface="+mn-cs"/>
              </a:defRPr>
            </a:lvl4pPr>
            <a:lvl5pPr marL="2743200" algn="l" defTabSz="1371600" rtl="0" eaLnBrk="1" latinLnBrk="0" hangingPunct="1">
              <a:defRPr sz="2700" kern="1200">
                <a:solidFill>
                  <a:srgbClr val="000000"/>
                </a:solidFill>
                <a:latin typeface="+mn-lt"/>
                <a:ea typeface="+mn-ea"/>
                <a:cs typeface="+mn-cs"/>
              </a:defRPr>
            </a:lvl5pPr>
            <a:lvl6pPr marL="3429000" algn="l" defTabSz="1371600" rtl="0" eaLnBrk="1" latinLnBrk="0" hangingPunct="1">
              <a:defRPr sz="2700" kern="1200">
                <a:solidFill>
                  <a:srgbClr val="000000"/>
                </a:solidFill>
                <a:latin typeface="+mn-lt"/>
                <a:ea typeface="+mn-ea"/>
                <a:cs typeface="+mn-cs"/>
              </a:defRPr>
            </a:lvl6pPr>
            <a:lvl7pPr marL="4114800" algn="l" defTabSz="1371600" rtl="0" eaLnBrk="1" latinLnBrk="0" hangingPunct="1">
              <a:defRPr sz="2700" kern="1200">
                <a:solidFill>
                  <a:srgbClr val="000000"/>
                </a:solidFill>
                <a:latin typeface="+mn-lt"/>
                <a:ea typeface="+mn-ea"/>
                <a:cs typeface="+mn-cs"/>
              </a:defRPr>
            </a:lvl7pPr>
            <a:lvl8pPr marL="4800600" algn="l" defTabSz="1371600" rtl="0" eaLnBrk="1" latinLnBrk="0" hangingPunct="1">
              <a:defRPr sz="2700" kern="1200">
                <a:solidFill>
                  <a:srgbClr val="000000"/>
                </a:solidFill>
                <a:latin typeface="+mn-lt"/>
                <a:ea typeface="+mn-ea"/>
                <a:cs typeface="+mn-cs"/>
              </a:defRPr>
            </a:lvl8pPr>
            <a:lvl9pPr marL="5486400" algn="l" defTabSz="1371600" rtl="0" eaLnBrk="1" latinLnBrk="0" hangingPunct="1">
              <a:defRPr sz="2700" kern="1200">
                <a:solidFill>
                  <a:srgbClr val="000000"/>
                </a:solidFill>
                <a:latin typeface="+mn-lt"/>
                <a:ea typeface="+mn-ea"/>
                <a:cs typeface="+mn-cs"/>
              </a:defRPr>
            </a:lvl9pPr>
          </a:lstStyle>
          <a:p>
            <a:pPr algn="l"/>
            <a:r>
              <a:rPr lang="en-US" sz="3600" cap="none" dirty="0">
                <a:solidFill>
                  <a:srgbClr val="FFFFFF"/>
                </a:solidFill>
                <a:latin typeface="Arial" panose="020B0604020202020204" pitchFamily="34" charset="0"/>
                <a:cs typeface="Arial" panose="020B0604020202020204" pitchFamily="34" charset="0"/>
              </a:rPr>
              <a:t>Virtual labs complement in-person lab</a:t>
            </a:r>
          </a:p>
        </p:txBody>
      </p:sp>
    </p:spTree>
    <p:extLst>
      <p:ext uri="{BB962C8B-B14F-4D97-AF65-F5344CB8AC3E}">
        <p14:creationId xmlns:p14="http://schemas.microsoft.com/office/powerpoint/2010/main" val="286912177"/>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292ADBD-86DA-71D9-9478-BC01D56DB2BA}"/>
              </a:ext>
            </a:extLst>
          </p:cNvPr>
          <p:cNvSpPr txBox="1"/>
          <p:nvPr/>
        </p:nvSpPr>
        <p:spPr>
          <a:xfrm>
            <a:off x="776532" y="2008734"/>
            <a:ext cx="7279857" cy="287439"/>
          </a:xfrm>
          <a:prstGeom prst="rect">
            <a:avLst/>
          </a:prstGeom>
          <a:noFill/>
        </p:spPr>
        <p:txBody>
          <a:bodyPr rot="0" spcFirstLastPara="0" vertOverflow="overflow" horzOverflow="overflow" vert="horz" wrap="square" lIns="65690" tIns="32845" rIns="65690" bIns="32845" numCol="1" spcCol="0" rtlCol="0" fromWordArt="0" anchor="t" anchorCtr="0" forceAA="0" compatLnSpc="1">
            <a:prstTxWarp prst="textNoShape">
              <a:avLst/>
            </a:prstTxWarp>
            <a:spAutoFit/>
          </a:bodyPr>
          <a:lstStyle>
            <a:defPPr>
              <a:defRPr lang="en-US">
                <a:latin typeface="Myriad Pro"/>
              </a:defRPr>
            </a:defPPr>
            <a:lvl1pPr marL="0" algn="l" defTabSz="1371600" rtl="0" eaLnBrk="1" latinLnBrk="0" hangingPunct="1">
              <a:defRPr sz="1293" kern="1200">
                <a:solidFill>
                  <a:srgbClr val="000000"/>
                </a:solidFill>
                <a:latin typeface="Myriad Pro"/>
                <a:ea typeface="+mn-ea"/>
                <a:cs typeface="+mn-cs"/>
              </a:defRPr>
            </a:lvl1pPr>
            <a:lvl2pPr marL="685800" algn="l" defTabSz="1371600" rtl="0" eaLnBrk="1" latinLnBrk="0" hangingPunct="1">
              <a:defRPr sz="1293" kern="1200">
                <a:solidFill>
                  <a:srgbClr val="000000"/>
                </a:solidFill>
                <a:latin typeface="Myriad Pro"/>
                <a:ea typeface="+mn-ea"/>
                <a:cs typeface="+mn-cs"/>
              </a:defRPr>
            </a:lvl2pPr>
            <a:lvl3pPr marL="1371600" algn="l" defTabSz="1371600" rtl="0" eaLnBrk="1" latinLnBrk="0" hangingPunct="1">
              <a:defRPr sz="1293" kern="1200">
                <a:solidFill>
                  <a:srgbClr val="000000"/>
                </a:solidFill>
                <a:latin typeface="Myriad Pro"/>
                <a:ea typeface="+mn-ea"/>
                <a:cs typeface="+mn-cs"/>
              </a:defRPr>
            </a:lvl3pPr>
            <a:lvl4pPr marL="2057400" algn="l" defTabSz="1371600" rtl="0" eaLnBrk="1" latinLnBrk="0" hangingPunct="1">
              <a:defRPr sz="1293" kern="1200">
                <a:solidFill>
                  <a:srgbClr val="000000"/>
                </a:solidFill>
                <a:latin typeface="Myriad Pro"/>
                <a:ea typeface="+mn-ea"/>
                <a:cs typeface="+mn-cs"/>
              </a:defRPr>
            </a:lvl4pPr>
            <a:lvl5pPr marL="2743200" algn="l" defTabSz="1371600" rtl="0" eaLnBrk="1" latinLnBrk="0" hangingPunct="1">
              <a:defRPr sz="1293" kern="1200">
                <a:solidFill>
                  <a:srgbClr val="000000"/>
                </a:solidFill>
                <a:latin typeface="Myriad Pro"/>
                <a:ea typeface="+mn-ea"/>
                <a:cs typeface="+mn-cs"/>
              </a:defRPr>
            </a:lvl5pPr>
            <a:lvl6pPr marL="3429000" algn="l" defTabSz="1371600" rtl="0" eaLnBrk="1" latinLnBrk="0" hangingPunct="1">
              <a:defRPr sz="1293" kern="1200">
                <a:solidFill>
                  <a:srgbClr val="000000"/>
                </a:solidFill>
                <a:latin typeface="Myriad Pro"/>
                <a:ea typeface="+mn-ea"/>
                <a:cs typeface="+mn-cs"/>
              </a:defRPr>
            </a:lvl6pPr>
            <a:lvl7pPr marL="4114800" algn="l" defTabSz="1371600" rtl="0" eaLnBrk="1" latinLnBrk="0" hangingPunct="1">
              <a:defRPr sz="1293" kern="1200">
                <a:solidFill>
                  <a:srgbClr val="000000"/>
                </a:solidFill>
                <a:latin typeface="Myriad Pro"/>
                <a:ea typeface="+mn-ea"/>
                <a:cs typeface="+mn-cs"/>
              </a:defRPr>
            </a:lvl7pPr>
            <a:lvl8pPr marL="4800600" algn="l" defTabSz="1371600" rtl="0" eaLnBrk="1" latinLnBrk="0" hangingPunct="1">
              <a:defRPr sz="1293" kern="1200">
                <a:solidFill>
                  <a:srgbClr val="000000"/>
                </a:solidFill>
                <a:latin typeface="Myriad Pro"/>
                <a:ea typeface="+mn-ea"/>
                <a:cs typeface="+mn-cs"/>
              </a:defRPr>
            </a:lvl8pPr>
            <a:lvl9pPr marL="5486400" algn="l" defTabSz="1371600" rtl="0" eaLnBrk="1" latinLnBrk="0" hangingPunct="1">
              <a:defRPr sz="1293" kern="1200">
                <a:solidFill>
                  <a:srgbClr val="000000"/>
                </a:solidFill>
                <a:latin typeface="Myriad Pro"/>
                <a:ea typeface="+mn-ea"/>
                <a:cs typeface="+mn-cs"/>
              </a:defRPr>
            </a:lvl9pPr>
          </a:lstStyle>
          <a:p>
            <a:pPr marL="685800" marR="0" lvl="0" indent="-685800" algn="l" defTabSz="1371600" rtl="0" eaLnBrk="1" fontAlgn="auto" latinLnBrk="0" hangingPunct="1">
              <a:lnSpc>
                <a:spcPct val="100000"/>
              </a:lnSpc>
              <a:spcBef>
                <a:spcPts val="0"/>
              </a:spcBef>
              <a:spcAft>
                <a:spcPts val="0"/>
              </a:spcAft>
              <a:buClrTx/>
              <a:buSzTx/>
              <a:buFont typeface="Arial" panose="020B0604020202020204" pitchFamily="34" charset="0"/>
              <a:buChar char="•"/>
              <a:tabLst/>
              <a:defRPr>
                <a:latin typeface="Myriad Pro"/>
              </a:defRPr>
            </a:pPr>
            <a:endParaRPr kumimoji="0" lang="en-US" sz="1436" b="0" i="0" u="none" strike="noStrike" kern="1200" cap="none" spc="0" normalizeH="0" baseline="0" noProof="0">
              <a:ln>
                <a:noFill/>
              </a:ln>
              <a:solidFill>
                <a:prstClr val="white"/>
              </a:solidFill>
              <a:effectLst/>
              <a:uLnTx/>
              <a:uFillTx/>
              <a:latin typeface="Myriad Pro"/>
              <a:ea typeface="+mn-ea"/>
              <a:cs typeface="Segoe UI" panose="020B0502040204020203" pitchFamily="34" charset="0"/>
            </a:endParaRPr>
          </a:p>
        </p:txBody>
      </p:sp>
      <p:sp>
        <p:nvSpPr>
          <p:cNvPr id="34" name="TextBox 33">
            <a:extLst>
              <a:ext uri="{FF2B5EF4-FFF2-40B4-BE49-F238E27FC236}">
                <a16:creationId xmlns:a16="http://schemas.microsoft.com/office/drawing/2014/main" id="{ABFCA313-16AB-7942-9D40-6BF178F8B147}"/>
              </a:ext>
            </a:extLst>
          </p:cNvPr>
          <p:cNvSpPr txBox="1"/>
          <p:nvPr/>
        </p:nvSpPr>
        <p:spPr>
          <a:xfrm>
            <a:off x="274320" y="5448052"/>
            <a:ext cx="8528217" cy="1237134"/>
          </a:xfrm>
          <a:prstGeom prst="rect">
            <a:avLst/>
          </a:prstGeom>
          <a:noFill/>
        </p:spPr>
        <p:txBody>
          <a:bodyPr wrap="square" rtlCol="0">
            <a:spAutoFit/>
          </a:bodyPr>
          <a:lstStyle/>
          <a:p>
            <a:pPr marL="0" marR="0" lvl="0" indent="0" algn="l" defTabSz="914400" rtl="0" eaLnBrk="1" fontAlgn="auto" latinLnBrk="0" hangingPunct="1">
              <a:lnSpc>
                <a:spcPct val="150000"/>
              </a:lnSpc>
              <a:spcBef>
                <a:spcPts val="0"/>
              </a:spcBef>
              <a:spcAft>
                <a:spcPts val="0"/>
              </a:spcAft>
              <a:buClrTx/>
              <a:buSzTx/>
              <a:buFontTx/>
              <a:buNone/>
              <a:tabLst/>
              <a:defRPr>
                <a:latin typeface="Myriad Pro"/>
              </a:defRPr>
            </a:pPr>
            <a:r>
              <a:rPr kumimoji="0" lang="en-US" sz="1724"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Started collaboration with leading AI language researcher Carolyn Rose </a:t>
            </a:r>
          </a:p>
          <a:p>
            <a:pPr marL="0" marR="0" lvl="0" indent="0" algn="l" defTabSz="914400" rtl="0" eaLnBrk="1" fontAlgn="auto" latinLnBrk="0" hangingPunct="1">
              <a:lnSpc>
                <a:spcPct val="150000"/>
              </a:lnSpc>
              <a:spcBef>
                <a:spcPts val="0"/>
              </a:spcBef>
              <a:spcAft>
                <a:spcPts val="0"/>
              </a:spcAft>
              <a:buClrTx/>
              <a:buSzTx/>
              <a:buFontTx/>
              <a:buNone/>
              <a:tabLst/>
              <a:defRPr>
                <a:latin typeface="Myriad Pro"/>
              </a:defRPr>
            </a:pPr>
            <a:r>
              <a:rPr kumimoji="0" lang="en-US" sz="1724"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Nachiket </a:t>
            </a:r>
            <a:r>
              <a:rPr kumimoji="0" lang="en-US" sz="1724" b="0" i="0" u="none" strike="noStrike" kern="1200" cap="none" spc="0" normalizeH="0" baseline="0" noProof="0" dirty="0" err="1">
                <a:ln>
                  <a:noFill/>
                </a:ln>
                <a:solidFill>
                  <a:prstClr val="white"/>
                </a:solidFill>
                <a:effectLst/>
                <a:uLnTx/>
                <a:uFillTx/>
                <a:latin typeface="Arial" panose="020B0604020202020204" pitchFamily="34" charset="0"/>
                <a:ea typeface="+mn-ea"/>
                <a:cs typeface="Arial" panose="020B0604020202020204" pitchFamily="34" charset="0"/>
              </a:rPr>
              <a:t>Kotalwar</a:t>
            </a:r>
            <a:r>
              <a:rPr kumimoji="0" lang="en-US" sz="1724"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integrated virtual lab into their peer / AI learning framework</a:t>
            </a:r>
          </a:p>
          <a:p>
            <a:pPr marL="0" marR="0" lvl="0" indent="0" algn="l" defTabSz="914400" rtl="0" eaLnBrk="1" fontAlgn="auto" latinLnBrk="0" hangingPunct="1">
              <a:lnSpc>
                <a:spcPct val="150000"/>
              </a:lnSpc>
              <a:spcBef>
                <a:spcPts val="0"/>
              </a:spcBef>
              <a:spcAft>
                <a:spcPts val="0"/>
              </a:spcAft>
              <a:buClrTx/>
              <a:buSzTx/>
              <a:buFontTx/>
              <a:buNone/>
              <a:tabLst/>
              <a:defRPr>
                <a:latin typeface="Myriad Pro"/>
              </a:defRPr>
            </a:pPr>
            <a:r>
              <a:rPr kumimoji="0" lang="en-US" sz="1724"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Mount Union pilot provided student-reasoning traces for training AI peer</a:t>
            </a:r>
          </a:p>
        </p:txBody>
      </p:sp>
      <p:sp>
        <p:nvSpPr>
          <p:cNvPr id="4" name="TextBox 4">
            <a:extLst>
              <a:ext uri="{FF2B5EF4-FFF2-40B4-BE49-F238E27FC236}">
                <a16:creationId xmlns:a16="http://schemas.microsoft.com/office/drawing/2014/main" id="{27D23C5F-1CAE-C8D0-42A4-4A565CBD63A7}"/>
              </a:ext>
            </a:extLst>
          </p:cNvPr>
          <p:cNvSpPr txBox="1">
            <a:spLocks noGrp="1"/>
          </p:cNvSpPr>
          <p:nvPr>
            <p:ph type="title" idx="4294967295"/>
          </p:nvPr>
        </p:nvSpPr>
        <p:spPr>
          <a:xfrm>
            <a:off x="411480" y="172814"/>
            <a:ext cx="8321040" cy="523122"/>
          </a:xfrm>
          <a:prstGeom prst="rect">
            <a:avLst/>
          </a:prstGeom>
          <a:noFill/>
          <a:effectLst/>
        </p:spPr>
        <p:txBody>
          <a:bodyPr wrap="square" lIns="0" tIns="0" rIns="0" bIns="0" anchor="b">
            <a:normAutofit fontScale="90000"/>
          </a:bodyPr>
          <a:lstStyle>
            <a:defPPr>
              <a:defRPr lang="en-US"/>
            </a:defPPr>
            <a:lvl1pPr marL="0" algn="l" defTabSz="1371600" rtl="0" eaLnBrk="1" latinLnBrk="0" hangingPunct="1">
              <a:defRPr sz="2700" kern="1200">
                <a:solidFill>
                  <a:srgbClr val="000000"/>
                </a:solidFill>
                <a:latin typeface="+mn-lt"/>
                <a:ea typeface="+mn-ea"/>
                <a:cs typeface="+mn-cs"/>
              </a:defRPr>
            </a:lvl1pPr>
            <a:lvl2pPr marL="685800" algn="l" defTabSz="1371600" rtl="0" eaLnBrk="1" latinLnBrk="0" hangingPunct="1">
              <a:defRPr sz="2700" kern="1200">
                <a:solidFill>
                  <a:srgbClr val="000000"/>
                </a:solidFill>
                <a:latin typeface="+mn-lt"/>
                <a:ea typeface="+mn-ea"/>
                <a:cs typeface="+mn-cs"/>
              </a:defRPr>
            </a:lvl2pPr>
            <a:lvl3pPr marL="1371600" algn="l" defTabSz="1371600" rtl="0" eaLnBrk="1" latinLnBrk="0" hangingPunct="1">
              <a:defRPr sz="2700" kern="1200">
                <a:solidFill>
                  <a:srgbClr val="000000"/>
                </a:solidFill>
                <a:latin typeface="+mn-lt"/>
                <a:ea typeface="+mn-ea"/>
                <a:cs typeface="+mn-cs"/>
              </a:defRPr>
            </a:lvl3pPr>
            <a:lvl4pPr marL="2057400" algn="l" defTabSz="1371600" rtl="0" eaLnBrk="1" latinLnBrk="0" hangingPunct="1">
              <a:defRPr sz="2700" kern="1200">
                <a:solidFill>
                  <a:srgbClr val="000000"/>
                </a:solidFill>
                <a:latin typeface="+mn-lt"/>
                <a:ea typeface="+mn-ea"/>
                <a:cs typeface="+mn-cs"/>
              </a:defRPr>
            </a:lvl4pPr>
            <a:lvl5pPr marL="2743200" algn="l" defTabSz="1371600" rtl="0" eaLnBrk="1" latinLnBrk="0" hangingPunct="1">
              <a:defRPr sz="2700" kern="1200">
                <a:solidFill>
                  <a:srgbClr val="000000"/>
                </a:solidFill>
                <a:latin typeface="+mn-lt"/>
                <a:ea typeface="+mn-ea"/>
                <a:cs typeface="+mn-cs"/>
              </a:defRPr>
            </a:lvl5pPr>
            <a:lvl6pPr marL="3429000" algn="l" defTabSz="1371600" rtl="0" eaLnBrk="1" latinLnBrk="0" hangingPunct="1">
              <a:defRPr sz="2700" kern="1200">
                <a:solidFill>
                  <a:srgbClr val="000000"/>
                </a:solidFill>
                <a:latin typeface="+mn-lt"/>
                <a:ea typeface="+mn-ea"/>
                <a:cs typeface="+mn-cs"/>
              </a:defRPr>
            </a:lvl6pPr>
            <a:lvl7pPr marL="4114800" algn="l" defTabSz="1371600" rtl="0" eaLnBrk="1" latinLnBrk="0" hangingPunct="1">
              <a:defRPr sz="2700" kern="1200">
                <a:solidFill>
                  <a:srgbClr val="000000"/>
                </a:solidFill>
                <a:latin typeface="+mn-lt"/>
                <a:ea typeface="+mn-ea"/>
                <a:cs typeface="+mn-cs"/>
              </a:defRPr>
            </a:lvl7pPr>
            <a:lvl8pPr marL="4800600" algn="l" defTabSz="1371600" rtl="0" eaLnBrk="1" latinLnBrk="0" hangingPunct="1">
              <a:defRPr sz="2700" kern="1200">
                <a:solidFill>
                  <a:srgbClr val="000000"/>
                </a:solidFill>
                <a:latin typeface="+mn-lt"/>
                <a:ea typeface="+mn-ea"/>
                <a:cs typeface="+mn-cs"/>
              </a:defRPr>
            </a:lvl8pPr>
            <a:lvl9pPr marL="5486400" algn="l" defTabSz="1371600" rtl="0" eaLnBrk="1" latinLnBrk="0" hangingPunct="1">
              <a:defRPr sz="2700" kern="1200">
                <a:solidFill>
                  <a:srgbClr val="000000"/>
                </a:solidFill>
                <a:latin typeface="+mn-lt"/>
                <a:ea typeface="+mn-ea"/>
                <a:cs typeface="+mn-cs"/>
              </a:defRPr>
            </a:lvl9pPr>
          </a:lstStyle>
          <a:p>
            <a:pPr algn="l"/>
            <a:r>
              <a:rPr lang="en-US" sz="3600" b="1" cap="none" dirty="0">
                <a:solidFill>
                  <a:srgbClr val="FFFFFF"/>
                </a:solidFill>
                <a:latin typeface="Arial" panose="020B0604020202020204" pitchFamily="34" charset="0"/>
                <a:cs typeface="Arial" panose="020B0604020202020204" pitchFamily="34" charset="0"/>
              </a:rPr>
              <a:t>Adding AI to the virtual lab</a:t>
            </a:r>
          </a:p>
        </p:txBody>
      </p:sp>
      <p:pic>
        <p:nvPicPr>
          <p:cNvPr id="3" name="tutor-demo">
            <a:hlinkClick r:id="" action="ppaction://media"/>
            <a:extLst>
              <a:ext uri="{FF2B5EF4-FFF2-40B4-BE49-F238E27FC236}">
                <a16:creationId xmlns:a16="http://schemas.microsoft.com/office/drawing/2014/main" id="{106412AB-82CE-2E94-87F8-184EA21400B0}"/>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341463" y="745593"/>
            <a:ext cx="8151117" cy="4702459"/>
          </a:xfrm>
          <a:prstGeom prst="rect">
            <a:avLst/>
          </a:prstGeom>
        </p:spPr>
      </p:pic>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144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74E9A-9B68-75FD-1017-2ACF930813A4}"/>
              </a:ext>
            </a:extLst>
          </p:cNvPr>
          <p:cNvSpPr>
            <a:spLocks noGrp="1"/>
          </p:cNvSpPr>
          <p:nvPr>
            <p:ph type="title"/>
          </p:nvPr>
        </p:nvSpPr>
        <p:spPr>
          <a:xfrm>
            <a:off x="311700" y="231860"/>
            <a:ext cx="8520600" cy="763600"/>
          </a:xfrm>
        </p:spPr>
        <p:txBody>
          <a:bodyPr/>
          <a:lstStyle/>
          <a:p>
            <a:r>
              <a:rPr lang="en-US" dirty="0">
                <a:solidFill>
                  <a:schemeClr val="bg1"/>
                </a:solidFill>
              </a:rPr>
              <a:t>Conclusions</a:t>
            </a:r>
          </a:p>
        </p:txBody>
      </p:sp>
      <p:sp>
        <p:nvSpPr>
          <p:cNvPr id="6" name="Text Placeholder 2">
            <a:extLst>
              <a:ext uri="{FF2B5EF4-FFF2-40B4-BE49-F238E27FC236}">
                <a16:creationId xmlns:a16="http://schemas.microsoft.com/office/drawing/2014/main" id="{DD32C21B-9E93-DE78-DE1B-82A5C785D49C}"/>
              </a:ext>
            </a:extLst>
          </p:cNvPr>
          <p:cNvSpPr txBox="1">
            <a:spLocks/>
          </p:cNvSpPr>
          <p:nvPr/>
        </p:nvSpPr>
        <p:spPr>
          <a:xfrm>
            <a:off x="311700" y="912856"/>
            <a:ext cx="8520600" cy="45552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buFont typeface="Arial"/>
              <a:buNone/>
            </a:pPr>
            <a:r>
              <a:rPr lang="en-US" sz="2400" b="1" dirty="0">
                <a:solidFill>
                  <a:srgbClr val="FFD966"/>
                </a:solidFill>
              </a:rPr>
              <a:t>AI for analysis: </a:t>
            </a:r>
            <a:r>
              <a:rPr lang="en-US" sz="2000" dirty="0">
                <a:solidFill>
                  <a:srgbClr val="FFFFFF"/>
                </a:solidFill>
              </a:rPr>
              <a:t>Better learning models show who learns from practice</a:t>
            </a:r>
          </a:p>
          <a:p>
            <a:pPr marL="0" indent="0">
              <a:buFont typeface="Arial"/>
              <a:buNone/>
            </a:pPr>
            <a:endParaRPr lang="en-US" sz="2000" b="1" dirty="0">
              <a:solidFill>
                <a:srgbClr val="FFFFFF"/>
              </a:solidFill>
            </a:endParaRPr>
          </a:p>
          <a:p>
            <a:pPr marL="0" indent="0">
              <a:buFont typeface="Arial"/>
              <a:buNone/>
            </a:pPr>
            <a:r>
              <a:rPr lang="en-US" sz="2400" b="1" dirty="0">
                <a:solidFill>
                  <a:srgbClr val="FFD966"/>
                </a:solidFill>
              </a:rPr>
              <a:t>AI for content: </a:t>
            </a:r>
            <a:r>
              <a:rPr lang="en-US" sz="2000" dirty="0">
                <a:solidFill>
                  <a:srgbClr val="FFFFFF"/>
                </a:solidFill>
              </a:rPr>
              <a:t>LLM error checks catch broken feedback; fixing it improves learning</a:t>
            </a:r>
          </a:p>
          <a:p>
            <a:pPr marL="0" indent="0">
              <a:buFont typeface="Arial"/>
              <a:buNone/>
            </a:pPr>
            <a:endParaRPr lang="en-US" sz="2400" b="1" dirty="0">
              <a:solidFill>
                <a:srgbClr val="FFD966"/>
              </a:solidFill>
            </a:endParaRPr>
          </a:p>
          <a:p>
            <a:pPr marL="0" indent="0">
              <a:buFont typeface="Arial"/>
              <a:buNone/>
            </a:pPr>
            <a:r>
              <a:rPr lang="en-US" sz="2400" b="1" dirty="0">
                <a:solidFill>
                  <a:srgbClr val="FFD966"/>
                </a:solidFill>
              </a:rPr>
              <a:t>AI for students: </a:t>
            </a:r>
            <a:r>
              <a:rPr lang="en-US" sz="2000" dirty="0">
                <a:solidFill>
                  <a:srgbClr val="FFFFFF"/>
                </a:solidFill>
              </a:rPr>
              <a:t>Tutors can now see the virtual lab and give short hints that keep students thinking</a:t>
            </a:r>
          </a:p>
          <a:p>
            <a:pPr marL="0" indent="0">
              <a:buFont typeface="Arial"/>
              <a:buNone/>
            </a:pPr>
            <a:endParaRPr lang="en-US" sz="2400" b="1" dirty="0">
              <a:solidFill>
                <a:srgbClr val="FFD966"/>
              </a:solidFill>
            </a:endParaRPr>
          </a:p>
          <a:p>
            <a:pPr marL="0" indent="0">
              <a:buFont typeface="Arial"/>
              <a:buNone/>
            </a:pPr>
            <a:r>
              <a:rPr lang="en-US" sz="2400" b="1" dirty="0">
                <a:solidFill>
                  <a:srgbClr val="FFD966"/>
                </a:solidFill>
              </a:rPr>
              <a:t>Next: </a:t>
            </a:r>
            <a:r>
              <a:rPr lang="en-US" sz="2000" dirty="0">
                <a:solidFill>
                  <a:srgbClr val="FFFFFF"/>
                </a:solidFill>
              </a:rPr>
              <a:t>Proctored assessments even more important, decoupling between homework and exam scores…</a:t>
            </a:r>
          </a:p>
        </p:txBody>
      </p:sp>
    </p:spTree>
    <p:extLst>
      <p:ext uri="{BB962C8B-B14F-4D97-AF65-F5344CB8AC3E}">
        <p14:creationId xmlns:p14="http://schemas.microsoft.com/office/powerpoint/2010/main" val="19118702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54">
          <a:extLst>
            <a:ext uri="{FF2B5EF4-FFF2-40B4-BE49-F238E27FC236}">
              <a16:creationId xmlns:a16="http://schemas.microsoft.com/office/drawing/2014/main" id="{82EDEFC6-2CEC-57A5-3856-BFE9A6A488A8}"/>
            </a:ext>
          </a:extLst>
        </p:cNvPr>
        <p:cNvGrpSpPr/>
        <p:nvPr/>
      </p:nvGrpSpPr>
      <p:grpSpPr>
        <a:xfrm>
          <a:off x="0" y="0"/>
          <a:ext cx="0" cy="0"/>
          <a:chOff x="0" y="0"/>
          <a:chExt cx="0" cy="0"/>
        </a:xfrm>
      </p:grpSpPr>
      <p:sp>
        <p:nvSpPr>
          <p:cNvPr id="955" name="Google Shape;955;p115">
            <a:extLst>
              <a:ext uri="{FF2B5EF4-FFF2-40B4-BE49-F238E27FC236}">
                <a16:creationId xmlns:a16="http://schemas.microsoft.com/office/drawing/2014/main" id="{AB4A3830-D132-13F9-D1BC-B024CD7201C6}"/>
              </a:ext>
            </a:extLst>
          </p:cNvPr>
          <p:cNvSpPr txBox="1">
            <a:spLocks noGrp="1"/>
          </p:cNvSpPr>
          <p:nvPr>
            <p:ph type="title"/>
          </p:nvPr>
        </p:nvSpPr>
        <p:spPr>
          <a:xfrm>
            <a:off x="242164" y="2123273"/>
            <a:ext cx="2547900" cy="704461"/>
          </a:xfrm>
          <a:prstGeom prst="rect">
            <a:avLst/>
          </a:prstGeom>
        </p:spPr>
        <p:txBody>
          <a:bodyPr spcFirstLastPara="1" wrap="square" lIns="91425" tIns="91425" rIns="91425" bIns="91425" anchor="t" anchorCtr="0">
            <a:normAutofit/>
          </a:bodyPr>
          <a:lstStyle/>
          <a:p>
            <a:r>
              <a:rPr lang="en" dirty="0"/>
              <a:t>Thank you!</a:t>
            </a:r>
            <a:endParaRPr dirty="0"/>
          </a:p>
        </p:txBody>
      </p:sp>
      <p:sp>
        <p:nvSpPr>
          <p:cNvPr id="956" name="Google Shape;956;p115">
            <a:extLst>
              <a:ext uri="{FF2B5EF4-FFF2-40B4-BE49-F238E27FC236}">
                <a16:creationId xmlns:a16="http://schemas.microsoft.com/office/drawing/2014/main" id="{580A85EB-F038-01C6-8E26-55D179501CD2}"/>
              </a:ext>
            </a:extLst>
          </p:cNvPr>
          <p:cNvSpPr txBox="1">
            <a:spLocks noGrp="1"/>
          </p:cNvSpPr>
          <p:nvPr>
            <p:ph type="subTitle" idx="2"/>
          </p:nvPr>
        </p:nvSpPr>
        <p:spPr>
          <a:xfrm>
            <a:off x="129672" y="4182985"/>
            <a:ext cx="7169053" cy="1596596"/>
          </a:xfrm>
          <a:prstGeom prst="rect">
            <a:avLst/>
          </a:prstGeom>
        </p:spPr>
        <p:txBody>
          <a:bodyPr spcFirstLastPara="1" wrap="square" lIns="91425" tIns="91425" rIns="91425" bIns="91425" anchor="t" anchorCtr="0">
            <a:normAutofit/>
          </a:bodyPr>
          <a:lstStyle/>
          <a:p>
            <a:pPr marL="0" indent="0">
              <a:spcAft>
                <a:spcPts val="1200"/>
              </a:spcAft>
            </a:pPr>
            <a:endParaRPr lang="en-US" sz="2000" dirty="0">
              <a:solidFill>
                <a:srgbClr val="FFFFFF"/>
              </a:solidFill>
            </a:endParaRPr>
          </a:p>
          <a:p>
            <a:pPr marL="0" indent="0">
              <a:spcAft>
                <a:spcPts val="1200"/>
              </a:spcAft>
            </a:pPr>
            <a:r>
              <a:rPr lang="en-US" sz="2000" dirty="0">
                <a:solidFill>
                  <a:srgbClr val="FFFFFF"/>
                </a:solidFill>
              </a:rPr>
              <a:t>Ryan Dwyer		  	</a:t>
            </a:r>
          </a:p>
          <a:p>
            <a:pPr marL="0" indent="0">
              <a:spcAft>
                <a:spcPts val="1200"/>
              </a:spcAft>
            </a:pPr>
            <a:r>
              <a:rPr lang="en-US" sz="2000" dirty="0" err="1">
                <a:solidFill>
                  <a:srgbClr val="FFFFFF"/>
                </a:solidFill>
              </a:rPr>
              <a:t>dwyerry@mountunion.edu</a:t>
            </a:r>
            <a:endParaRPr sz="2000" dirty="0">
              <a:solidFill>
                <a:srgbClr val="FFFFFF"/>
              </a:solidFill>
            </a:endParaRPr>
          </a:p>
        </p:txBody>
      </p:sp>
      <p:sp>
        <p:nvSpPr>
          <p:cNvPr id="5" name="TextBox 4">
            <a:extLst>
              <a:ext uri="{FF2B5EF4-FFF2-40B4-BE49-F238E27FC236}">
                <a16:creationId xmlns:a16="http://schemas.microsoft.com/office/drawing/2014/main" id="{4DEE06D8-AE43-398D-0785-BBF75DED8117}"/>
              </a:ext>
            </a:extLst>
          </p:cNvPr>
          <p:cNvSpPr txBox="1"/>
          <p:nvPr/>
        </p:nvSpPr>
        <p:spPr>
          <a:xfrm>
            <a:off x="4943828" y="1506226"/>
            <a:ext cx="3686167" cy="923330"/>
          </a:xfrm>
          <a:prstGeom prst="rect">
            <a:avLst/>
          </a:prstGeom>
          <a:noFill/>
        </p:spPr>
        <p:txBody>
          <a:bodyPr wrap="square">
            <a:spAutoFit/>
          </a:bodyPr>
          <a:lstStyle/>
          <a:p>
            <a:pPr rtl="0">
              <a:buNone/>
            </a:pPr>
            <a:r>
              <a:rPr lang="en-US" sz="1800" dirty="0">
                <a:solidFill>
                  <a:srgbClr val="FFFFFF"/>
                </a:solidFill>
                <a:latin typeface="Roboto" panose="02000000000000000000" pitchFamily="2" charset="0"/>
              </a:rPr>
              <a:t>Supported in part by the Bill Gates Foundation and the National Science Foundation</a:t>
            </a:r>
            <a:endParaRPr lang="en-US" sz="1800" dirty="0">
              <a:solidFill>
                <a:srgbClr val="FFFFFF"/>
              </a:solidFill>
            </a:endParaRPr>
          </a:p>
        </p:txBody>
      </p:sp>
      <p:pic>
        <p:nvPicPr>
          <p:cNvPr id="6" name="Picture 5">
            <a:extLst>
              <a:ext uri="{FF2B5EF4-FFF2-40B4-BE49-F238E27FC236}">
                <a16:creationId xmlns:a16="http://schemas.microsoft.com/office/drawing/2014/main" id="{0C525341-75BE-457C-F361-1F0090B2B007}"/>
              </a:ext>
            </a:extLst>
          </p:cNvPr>
          <p:cNvPicPr>
            <a:picLocks noChangeAspect="1"/>
          </p:cNvPicPr>
          <p:nvPr/>
        </p:nvPicPr>
        <p:blipFill>
          <a:blip r:embed="rId3"/>
          <a:stretch>
            <a:fillRect/>
          </a:stretch>
        </p:blipFill>
        <p:spPr>
          <a:xfrm>
            <a:off x="5813367" y="2475503"/>
            <a:ext cx="704461" cy="704461"/>
          </a:xfrm>
          <a:prstGeom prst="rect">
            <a:avLst/>
          </a:prstGeom>
        </p:spPr>
      </p:pic>
      <p:pic>
        <p:nvPicPr>
          <p:cNvPr id="7" name="Picture 6">
            <a:extLst>
              <a:ext uri="{FF2B5EF4-FFF2-40B4-BE49-F238E27FC236}">
                <a16:creationId xmlns:a16="http://schemas.microsoft.com/office/drawing/2014/main" id="{EC648689-2917-9E42-A9C8-DE30C2A0ED8D}"/>
              </a:ext>
            </a:extLst>
          </p:cNvPr>
          <p:cNvPicPr>
            <a:picLocks noChangeAspect="1"/>
          </p:cNvPicPr>
          <p:nvPr/>
        </p:nvPicPr>
        <p:blipFill>
          <a:blip r:embed="rId4"/>
          <a:stretch>
            <a:fillRect/>
          </a:stretch>
        </p:blipFill>
        <p:spPr>
          <a:xfrm>
            <a:off x="6650354" y="2475504"/>
            <a:ext cx="766124" cy="704461"/>
          </a:xfrm>
          <a:prstGeom prst="rect">
            <a:avLst/>
          </a:prstGeom>
        </p:spPr>
      </p:pic>
      <p:pic>
        <p:nvPicPr>
          <p:cNvPr id="2" name="Picture Placeholder 25">
            <a:extLst>
              <a:ext uri="{FF2B5EF4-FFF2-40B4-BE49-F238E27FC236}">
                <a16:creationId xmlns:a16="http://schemas.microsoft.com/office/drawing/2014/main" id="{4DFA19F4-6D8B-78C2-B5A5-9B72FAA0D49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rcRect t="3795" b="29717"/>
          <a:stretch>
            <a:fillRect/>
          </a:stretch>
        </p:blipFill>
        <p:spPr>
          <a:xfrm>
            <a:off x="1699060" y="781011"/>
            <a:ext cx="1405502" cy="594816"/>
          </a:xfrm>
          <a:prstGeom prst="rect">
            <a:avLst/>
          </a:prstGeom>
        </p:spPr>
      </p:pic>
      <p:pic>
        <p:nvPicPr>
          <p:cNvPr id="3" name="Picture 2">
            <a:extLst>
              <a:ext uri="{FF2B5EF4-FFF2-40B4-BE49-F238E27FC236}">
                <a16:creationId xmlns:a16="http://schemas.microsoft.com/office/drawing/2014/main" id="{BF47E5AB-73F2-44DB-1249-9F7D4549C31E}"/>
              </a:ext>
            </a:extLst>
          </p:cNvPr>
          <p:cNvPicPr>
            <a:picLocks noChangeAspect="1"/>
          </p:cNvPicPr>
          <p:nvPr/>
        </p:nvPicPr>
        <p:blipFill>
          <a:blip r:embed="rId6"/>
          <a:stretch>
            <a:fillRect/>
          </a:stretch>
        </p:blipFill>
        <p:spPr>
          <a:xfrm>
            <a:off x="5813367" y="3433550"/>
            <a:ext cx="2816628" cy="749435"/>
          </a:xfrm>
          <a:prstGeom prst="rect">
            <a:avLst/>
          </a:prstGeom>
        </p:spPr>
      </p:pic>
    </p:spTree>
    <p:extLst>
      <p:ext uri="{BB962C8B-B14F-4D97-AF65-F5344CB8AC3E}">
        <p14:creationId xmlns:p14="http://schemas.microsoft.com/office/powerpoint/2010/main" val="40818709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a:solidFill>
                  <a:srgbClr val="FFFFFF"/>
                </a:solidFill>
              </a:rPr>
              <a:t>Learning losses concentrate among students who rush</a:t>
            </a:r>
          </a:p>
        </p:txBody>
      </p:sp>
      <p:pic>
        <p:nvPicPr>
          <p:cNvPr id="3" name="Picture 2" descr="stromberg_fig5_by_completion_time.png"/>
          <p:cNvPicPr>
            <a:picLocks noChangeAspect="1"/>
          </p:cNvPicPr>
          <p:nvPr/>
        </p:nvPicPr>
        <p:blipFill>
          <a:blip r:embed="rId2"/>
          <a:stretch>
            <a:fillRect/>
          </a:stretch>
        </p:blipFill>
        <p:spPr>
          <a:xfrm>
            <a:off x="2638848" y="1051560"/>
            <a:ext cx="3866304" cy="5120640"/>
          </a:xfrm>
          <a:prstGeom prst="rect">
            <a:avLst/>
          </a:prstGeom>
        </p:spPr>
      </p:pic>
      <p:sp>
        <p:nvSpPr>
          <p:cNvPr id="4" name="TextBox 3"/>
          <p:cNvSpPr txBox="1"/>
          <p:nvPr/>
        </p:nvSpPr>
        <p:spPr>
          <a:xfrm>
            <a:off x="274320" y="6272200"/>
            <a:ext cx="8595360" cy="535800"/>
          </a:xfrm>
          <a:prstGeom prst="rect">
            <a:avLst/>
          </a:prstGeom>
          <a:noFill/>
        </p:spPr>
        <p:txBody>
          <a:bodyPr wrap="square">
            <a:spAutoFit/>
          </a:bodyPr>
          <a:lstStyle/>
          <a:p>
            <a:pPr>
              <a:defRPr sz="1200">
                <a:solidFill>
                  <a:srgbClr val="FFFFFF"/>
                </a:solidFill>
              </a:defRPr>
            </a:pPr>
            <a:r>
              <a:t>Homework and exam scores by homework completion time (medians, IQR)</a:t>
            </a:r>
          </a:p>
          <a:p>
            <a:pPr>
              <a:defRPr sz="1200">
                <a:solidFill>
                  <a:srgbClr val="FFFFFF"/>
                </a:solidFill>
              </a:defRPr>
            </a:pPr>
            <a:r>
              <a:t>Strömberg, D.; Lei, V.; Wu, Y. SSRN 6868618, June 2026.</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show="0">
  <p:cSld>
    <p:spTree>
      <p:nvGrpSpPr>
        <p:cNvPr id="1" name="">
          <a:extLst>
            <a:ext uri="{FF2B5EF4-FFF2-40B4-BE49-F238E27FC236}">
              <a16:creationId xmlns:a16="http://schemas.microsoft.com/office/drawing/2014/main" id="{B1B8DCEE-CB1A-F273-06A1-101331CD5E4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A99FC92-3FA8-E6D7-EDAA-95B0AFC16522}"/>
              </a:ext>
            </a:extLst>
          </p:cNvPr>
          <p:cNvSpPr txBox="1"/>
          <p:nvPr/>
        </p:nvSpPr>
        <p:spPr>
          <a:xfrm>
            <a:off x="118130" y="163813"/>
            <a:ext cx="8842989" cy="523220"/>
          </a:xfrm>
          <a:prstGeom prst="rect">
            <a:avLst/>
          </a:prstGeom>
          <a:noFill/>
        </p:spPr>
        <p:txBody>
          <a:bodyPr wrap="square" rtlCol="0">
            <a:spAutoFit/>
          </a:bodyPr>
          <a:lstStyle/>
          <a:p>
            <a:r>
              <a:rPr lang="en-US" sz="2800" b="1" dirty="0">
                <a:solidFill>
                  <a:schemeClr val="bg1"/>
                </a:solidFill>
              </a:rPr>
              <a:t>My work</a:t>
            </a:r>
          </a:p>
        </p:txBody>
      </p:sp>
      <p:sp>
        <p:nvSpPr>
          <p:cNvPr id="7" name="TextBox 6">
            <a:extLst>
              <a:ext uri="{FF2B5EF4-FFF2-40B4-BE49-F238E27FC236}">
                <a16:creationId xmlns:a16="http://schemas.microsoft.com/office/drawing/2014/main" id="{46A2E8BA-68F0-9936-8963-098CA464FF0E}"/>
              </a:ext>
            </a:extLst>
          </p:cNvPr>
          <p:cNvSpPr txBox="1"/>
          <p:nvPr/>
        </p:nvSpPr>
        <p:spPr>
          <a:xfrm>
            <a:off x="118130" y="6170967"/>
            <a:ext cx="8573844" cy="523220"/>
          </a:xfrm>
          <a:prstGeom prst="rect">
            <a:avLst/>
          </a:prstGeom>
          <a:noFill/>
        </p:spPr>
        <p:txBody>
          <a:bodyPr wrap="square">
            <a:spAutoFit/>
          </a:bodyPr>
          <a:lstStyle/>
          <a:p>
            <a:r>
              <a:rPr lang="en-US" dirty="0">
                <a:solidFill>
                  <a:schemeClr val="bg1"/>
                </a:solidFill>
              </a:rPr>
              <a:t>Koedinger, K. R. et al. Proc. Learning @ Scale 2015, 111–120. https://</a:t>
            </a:r>
            <a:r>
              <a:rPr lang="en-US" dirty="0" err="1">
                <a:solidFill>
                  <a:schemeClr val="bg1"/>
                </a:solidFill>
              </a:rPr>
              <a:t>doi.org</a:t>
            </a:r>
            <a:r>
              <a:rPr lang="en-US" dirty="0">
                <a:solidFill>
                  <a:schemeClr val="bg1"/>
                </a:solidFill>
              </a:rPr>
              <a:t>/10.1145/2724660.2724681</a:t>
            </a:r>
          </a:p>
          <a:p>
            <a:r>
              <a:rPr lang="en-US" dirty="0">
                <a:solidFill>
                  <a:schemeClr val="bg1"/>
                </a:solidFill>
              </a:rPr>
              <a:t>Van </a:t>
            </a:r>
            <a:r>
              <a:rPr lang="en-US" dirty="0" err="1">
                <a:solidFill>
                  <a:schemeClr val="bg1"/>
                </a:solidFill>
              </a:rPr>
              <a:t>Campenhout</a:t>
            </a:r>
            <a:r>
              <a:rPr lang="en-US" dirty="0">
                <a:solidFill>
                  <a:schemeClr val="bg1"/>
                </a:solidFill>
              </a:rPr>
              <a:t>, R. et al. Proc. LAK 2023. https://</a:t>
            </a:r>
            <a:r>
              <a:rPr lang="en-US" dirty="0" err="1">
                <a:solidFill>
                  <a:schemeClr val="bg1"/>
                </a:solidFill>
              </a:rPr>
              <a:t>doi.org</a:t>
            </a:r>
            <a:r>
              <a:rPr lang="en-US" dirty="0">
                <a:solidFill>
                  <a:schemeClr val="bg1"/>
                </a:solidFill>
              </a:rPr>
              <a:t>/10.1145/3576050.3576103</a:t>
            </a:r>
          </a:p>
        </p:txBody>
      </p:sp>
      <p:sp>
        <p:nvSpPr>
          <p:cNvPr id="2" name="TextBox 1">
            <a:extLst>
              <a:ext uri="{FF2B5EF4-FFF2-40B4-BE49-F238E27FC236}">
                <a16:creationId xmlns:a16="http://schemas.microsoft.com/office/drawing/2014/main" id="{ADB1E43D-55E1-25DC-8177-4675B702BC82}"/>
              </a:ext>
            </a:extLst>
          </p:cNvPr>
          <p:cNvSpPr txBox="1"/>
          <p:nvPr/>
        </p:nvSpPr>
        <p:spPr>
          <a:xfrm>
            <a:off x="118129" y="776212"/>
            <a:ext cx="8842989" cy="2677656"/>
          </a:xfrm>
          <a:prstGeom prst="rect">
            <a:avLst/>
          </a:prstGeom>
          <a:noFill/>
        </p:spPr>
        <p:txBody>
          <a:bodyPr wrap="square" rtlCol="0">
            <a:spAutoFit/>
          </a:bodyPr>
          <a:lstStyle/>
          <a:p>
            <a:r>
              <a:rPr lang="en-US" sz="2800" dirty="0">
                <a:solidFill>
                  <a:schemeClr val="bg1"/>
                </a:solidFill>
              </a:rPr>
              <a:t>student learn differently from different practice types </a:t>
            </a:r>
          </a:p>
          <a:p>
            <a:endParaRPr lang="en-US" sz="2800" dirty="0">
              <a:solidFill>
                <a:schemeClr val="bg1"/>
              </a:solidFill>
            </a:endParaRPr>
          </a:p>
          <a:p>
            <a:r>
              <a:rPr lang="en-US" sz="2800" dirty="0">
                <a:solidFill>
                  <a:schemeClr val="bg1"/>
                </a:solidFill>
              </a:rPr>
              <a:t>learning rates associated with engagement</a:t>
            </a:r>
          </a:p>
          <a:p>
            <a:endParaRPr lang="en-US" sz="2800" dirty="0">
              <a:solidFill>
                <a:schemeClr val="bg1"/>
              </a:solidFill>
            </a:endParaRPr>
          </a:p>
          <a:p>
            <a:r>
              <a:rPr lang="en-US" sz="2800" dirty="0">
                <a:solidFill>
                  <a:schemeClr val="bg1"/>
                </a:solidFill>
              </a:rPr>
              <a:t>2. What strategies foster earnest engagement with practice?</a:t>
            </a:r>
          </a:p>
        </p:txBody>
      </p:sp>
    </p:spTree>
    <p:extLst>
      <p:ext uri="{BB962C8B-B14F-4D97-AF65-F5344CB8AC3E}">
        <p14:creationId xmlns:p14="http://schemas.microsoft.com/office/powerpoint/2010/main" val="3190981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2"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B9BE890-76AF-5722-4EEA-0088C86367A5}"/>
              </a:ext>
            </a:extLst>
          </p:cNvPr>
          <p:cNvPicPr>
            <a:picLocks noChangeAspect="1"/>
          </p:cNvPicPr>
          <p:nvPr/>
        </p:nvPicPr>
        <p:blipFill>
          <a:blip r:embed="rId3"/>
          <a:srcRect t="8420"/>
          <a:stretch>
            <a:fillRect/>
          </a:stretch>
        </p:blipFill>
        <p:spPr>
          <a:xfrm>
            <a:off x="4662480" y="1389137"/>
            <a:ext cx="4207199" cy="2060407"/>
          </a:xfrm>
          <a:prstGeom prst="rect">
            <a:avLst/>
          </a:prstGeom>
        </p:spPr>
      </p:pic>
      <p:pic>
        <p:nvPicPr>
          <p:cNvPr id="11" name="Picture 10">
            <a:extLst>
              <a:ext uri="{FF2B5EF4-FFF2-40B4-BE49-F238E27FC236}">
                <a16:creationId xmlns:a16="http://schemas.microsoft.com/office/drawing/2014/main" id="{5FFF3915-E842-14BF-1169-C0DB13F0FDD8}"/>
              </a:ext>
            </a:extLst>
          </p:cNvPr>
          <p:cNvPicPr>
            <a:picLocks noChangeAspect="1"/>
          </p:cNvPicPr>
          <p:nvPr/>
        </p:nvPicPr>
        <p:blipFill>
          <a:blip r:embed="rId4"/>
          <a:srcRect b="2709"/>
          <a:stretch>
            <a:fillRect/>
          </a:stretch>
        </p:blipFill>
        <p:spPr>
          <a:xfrm>
            <a:off x="4662480" y="3207294"/>
            <a:ext cx="4207199" cy="3313127"/>
          </a:xfrm>
          <a:prstGeom prst="rect">
            <a:avLst/>
          </a:prstGeom>
        </p:spPr>
      </p:pic>
      <p:sp>
        <p:nvSpPr>
          <p:cNvPr id="14" name="TextBox 13">
            <a:extLst>
              <a:ext uri="{FF2B5EF4-FFF2-40B4-BE49-F238E27FC236}">
                <a16:creationId xmlns:a16="http://schemas.microsoft.com/office/drawing/2014/main" id="{042CCA53-A412-5AD9-293E-A3919C7E1F92}"/>
              </a:ext>
            </a:extLst>
          </p:cNvPr>
          <p:cNvSpPr txBox="1"/>
          <p:nvPr/>
        </p:nvSpPr>
        <p:spPr>
          <a:xfrm>
            <a:off x="274321" y="1512237"/>
            <a:ext cx="4297679" cy="196752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
                <a:prstClr val="white"/>
              </a:buClr>
              <a:buSzTx/>
              <a:buFontTx/>
              <a:buNone/>
              <a:tabLst/>
              <a:defRPr>
                <a:latin typeface="Myriad Pro"/>
              </a:defRPr>
            </a:pPr>
            <a:r>
              <a:rPr kumimoji="0" lang="en-US" sz="2437" b="0" i="0" u="none" strike="noStrike" kern="1200" cap="none" spc="0" normalizeH="0" baseline="0" noProof="0" dirty="0">
                <a:ln>
                  <a:noFill/>
                </a:ln>
                <a:solidFill>
                  <a:prstClr val="white"/>
                </a:solidFill>
                <a:effectLst/>
                <a:uLnTx/>
                <a:uFillTx/>
                <a:latin typeface="Myriad Pro"/>
                <a:ea typeface="Roboto" panose="02000000000000000000" pitchFamily="2" charset="0"/>
                <a:cs typeface="Segoe UI" panose="020B0502040204020203" pitchFamily="34" charset="0"/>
              </a:rPr>
              <a:t>Online textbook / homework system</a:t>
            </a:r>
          </a:p>
          <a:p>
            <a:pPr marL="0" marR="0" lvl="0" indent="0" algn="l" defTabSz="914400" rtl="0" eaLnBrk="1" fontAlgn="auto" latinLnBrk="0" hangingPunct="1">
              <a:lnSpc>
                <a:spcPct val="100000"/>
              </a:lnSpc>
              <a:spcBef>
                <a:spcPts val="0"/>
              </a:spcBef>
              <a:spcAft>
                <a:spcPts val="0"/>
              </a:spcAft>
              <a:buClr>
                <a:prstClr val="white"/>
              </a:buClr>
              <a:buSzTx/>
              <a:buFontTx/>
              <a:buNone/>
              <a:tabLst/>
              <a:defRPr>
                <a:latin typeface="Myriad Pro"/>
              </a:defRPr>
            </a:pPr>
            <a:endParaRPr kumimoji="0" lang="en-US" sz="2437" b="0" i="0" u="none" strike="noStrike" kern="1200" cap="none" spc="0" normalizeH="0" baseline="0" noProof="0" dirty="0">
              <a:ln>
                <a:noFill/>
              </a:ln>
              <a:solidFill>
                <a:prstClr val="white"/>
              </a:solidFill>
              <a:effectLst/>
              <a:uLnTx/>
              <a:uFillTx/>
              <a:latin typeface="Myriad Pro"/>
              <a:ea typeface="Roboto" panose="02000000000000000000" pitchFamily="2" charset="0"/>
              <a:cs typeface="Segoe UI" panose="020B0502040204020203" pitchFamily="34" charset="0"/>
            </a:endParaRPr>
          </a:p>
          <a:p>
            <a:pPr marL="0" marR="0" lvl="0" indent="0" algn="l" defTabSz="914400" rtl="0" eaLnBrk="1" fontAlgn="auto" latinLnBrk="0" hangingPunct="1">
              <a:lnSpc>
                <a:spcPct val="100000"/>
              </a:lnSpc>
              <a:spcBef>
                <a:spcPts val="0"/>
              </a:spcBef>
              <a:spcAft>
                <a:spcPts val="0"/>
              </a:spcAft>
              <a:buClr>
                <a:prstClr val="white"/>
              </a:buClr>
              <a:buSzTx/>
              <a:buFontTx/>
              <a:buNone/>
              <a:tabLst/>
              <a:defRPr>
                <a:latin typeface="Myriad Pro"/>
              </a:defRPr>
            </a:pPr>
            <a:r>
              <a:rPr kumimoji="0" lang="en-US" sz="2437" b="0" i="0" u="none" strike="noStrike" kern="1200" cap="none" spc="0" normalizeH="0" baseline="0" noProof="0" dirty="0">
                <a:ln>
                  <a:noFill/>
                </a:ln>
                <a:solidFill>
                  <a:prstClr val="white"/>
                </a:solidFill>
                <a:effectLst/>
                <a:uLnTx/>
                <a:uFillTx/>
                <a:latin typeface="Myriad Pro"/>
                <a:ea typeface="Roboto" panose="02000000000000000000" pitchFamily="2" charset="0"/>
                <a:cs typeface="Segoe UI" panose="020B0502040204020203" pitchFamily="34" charset="0"/>
              </a:rPr>
              <a:t>General Chemistry I &amp; II</a:t>
            </a:r>
          </a:p>
          <a:p>
            <a:pPr marL="0" marR="0" lvl="0" indent="0" algn="l" defTabSz="914400" rtl="0" eaLnBrk="1" fontAlgn="auto" latinLnBrk="0" hangingPunct="1">
              <a:lnSpc>
                <a:spcPct val="100000"/>
              </a:lnSpc>
              <a:spcBef>
                <a:spcPts val="0"/>
              </a:spcBef>
              <a:spcAft>
                <a:spcPts val="0"/>
              </a:spcAft>
              <a:buClr>
                <a:prstClr val="white"/>
              </a:buClr>
              <a:buSzTx/>
              <a:buFontTx/>
              <a:buNone/>
              <a:tabLst/>
              <a:defRPr>
                <a:latin typeface="Myriad Pro"/>
              </a:defRPr>
            </a:pPr>
            <a:endParaRPr kumimoji="0" lang="en-US" sz="2437" b="0" i="0" u="none" strike="noStrike" kern="1200" cap="none" spc="0" normalizeH="0" baseline="0" noProof="0" dirty="0">
              <a:ln>
                <a:noFill/>
              </a:ln>
              <a:solidFill>
                <a:prstClr val="white"/>
              </a:solidFill>
              <a:effectLst/>
              <a:uLnTx/>
              <a:uFillTx/>
              <a:latin typeface="Myriad Pro"/>
              <a:ea typeface="Roboto" panose="02000000000000000000" pitchFamily="2" charset="0"/>
              <a:cs typeface="Segoe UI" panose="020B0502040204020203" pitchFamily="34" charset="0"/>
            </a:endParaRPr>
          </a:p>
        </p:txBody>
      </p:sp>
      <p:sp>
        <p:nvSpPr>
          <p:cNvPr id="2" name="TextBox 4">
            <a:extLst>
              <a:ext uri="{FF2B5EF4-FFF2-40B4-BE49-F238E27FC236}">
                <a16:creationId xmlns:a16="http://schemas.microsoft.com/office/drawing/2014/main" id="{491361BF-62C1-AEFE-D9AC-CB0D5A14F193}"/>
              </a:ext>
            </a:extLst>
          </p:cNvPr>
          <p:cNvSpPr txBox="1">
            <a:spLocks/>
          </p:cNvSpPr>
          <p:nvPr/>
        </p:nvSpPr>
        <p:spPr>
          <a:xfrm>
            <a:off x="411480" y="274320"/>
            <a:ext cx="8321040" cy="822960"/>
          </a:xfrm>
          <a:prstGeom prst="rect">
            <a:avLst/>
          </a:prstGeom>
          <a:noFill/>
          <a:effectLst/>
        </p:spPr>
        <p:txBody>
          <a:bodyPr wrap="square" lIns="0" tIns="0" rIns="0" bIns="0" anchor="b">
            <a:normAutofit/>
          </a:bodyPr>
          <a:lstStyle>
            <a:defPPr>
              <a:defRPr lang="en-US"/>
            </a:defPPr>
            <a:lvl1pPr marL="0" algn="l" defTabSz="1371600" rtl="0" eaLnBrk="1" latinLnBrk="0" hangingPunct="1">
              <a:spcBef>
                <a:spcPct val="0"/>
              </a:spcBef>
              <a:buNone/>
              <a:defRPr sz="2700" kern="1200">
                <a:solidFill>
                  <a:srgbClr val="000000"/>
                </a:solidFill>
                <a:latin typeface="+mn-lt"/>
                <a:ea typeface="+mn-ea"/>
                <a:cs typeface="+mn-cs"/>
              </a:defRPr>
            </a:lvl1pPr>
            <a:lvl2pPr marL="685800" algn="l" defTabSz="1371600" rtl="0" eaLnBrk="1" latinLnBrk="0" hangingPunct="1">
              <a:defRPr sz="2700" kern="1200">
                <a:solidFill>
                  <a:srgbClr val="000000"/>
                </a:solidFill>
                <a:latin typeface="+mn-lt"/>
                <a:ea typeface="+mn-ea"/>
                <a:cs typeface="+mn-cs"/>
              </a:defRPr>
            </a:lvl2pPr>
            <a:lvl3pPr marL="1371600" algn="l" defTabSz="1371600" rtl="0" eaLnBrk="1" latinLnBrk="0" hangingPunct="1">
              <a:defRPr sz="2700" kern="1200">
                <a:solidFill>
                  <a:srgbClr val="000000"/>
                </a:solidFill>
                <a:latin typeface="+mn-lt"/>
                <a:ea typeface="+mn-ea"/>
                <a:cs typeface="+mn-cs"/>
              </a:defRPr>
            </a:lvl3pPr>
            <a:lvl4pPr marL="2057400" algn="l" defTabSz="1371600" rtl="0" eaLnBrk="1" latinLnBrk="0" hangingPunct="1">
              <a:defRPr sz="2700" kern="1200">
                <a:solidFill>
                  <a:srgbClr val="000000"/>
                </a:solidFill>
                <a:latin typeface="+mn-lt"/>
                <a:ea typeface="+mn-ea"/>
                <a:cs typeface="+mn-cs"/>
              </a:defRPr>
            </a:lvl4pPr>
            <a:lvl5pPr marL="2743200" algn="l" defTabSz="1371600" rtl="0" eaLnBrk="1" latinLnBrk="0" hangingPunct="1">
              <a:defRPr sz="2700" kern="1200">
                <a:solidFill>
                  <a:srgbClr val="000000"/>
                </a:solidFill>
                <a:latin typeface="+mn-lt"/>
                <a:ea typeface="+mn-ea"/>
                <a:cs typeface="+mn-cs"/>
              </a:defRPr>
            </a:lvl5pPr>
            <a:lvl6pPr marL="3429000" algn="l" defTabSz="1371600" rtl="0" eaLnBrk="1" latinLnBrk="0" hangingPunct="1">
              <a:defRPr sz="2700" kern="1200">
                <a:solidFill>
                  <a:srgbClr val="000000"/>
                </a:solidFill>
                <a:latin typeface="+mn-lt"/>
                <a:ea typeface="+mn-ea"/>
                <a:cs typeface="+mn-cs"/>
              </a:defRPr>
            </a:lvl6pPr>
            <a:lvl7pPr marL="4114800" algn="l" defTabSz="1371600" rtl="0" eaLnBrk="1" latinLnBrk="0" hangingPunct="1">
              <a:defRPr sz="2700" kern="1200">
                <a:solidFill>
                  <a:srgbClr val="000000"/>
                </a:solidFill>
                <a:latin typeface="+mn-lt"/>
                <a:ea typeface="+mn-ea"/>
                <a:cs typeface="+mn-cs"/>
              </a:defRPr>
            </a:lvl7pPr>
            <a:lvl8pPr marL="4800600" algn="l" defTabSz="1371600" rtl="0" eaLnBrk="1" latinLnBrk="0" hangingPunct="1">
              <a:defRPr sz="2700" kern="1200">
                <a:solidFill>
                  <a:srgbClr val="000000"/>
                </a:solidFill>
                <a:latin typeface="+mn-lt"/>
                <a:ea typeface="+mn-ea"/>
                <a:cs typeface="+mn-cs"/>
              </a:defRPr>
            </a:lvl8pPr>
            <a:lvl9pPr marL="5486400" algn="l" defTabSz="1371600" rtl="0" eaLnBrk="1" latinLnBrk="0" hangingPunct="1">
              <a:defRPr sz="2700" kern="1200">
                <a:solidFill>
                  <a:srgbClr val="000000"/>
                </a:solidFill>
                <a:latin typeface="+mn-lt"/>
                <a:ea typeface="+mn-ea"/>
                <a:cs typeface="+mn-cs"/>
              </a:defRPr>
            </a:lvl9pPr>
          </a:lstStyle>
          <a:p>
            <a:pPr algn="l"/>
            <a:r>
              <a:rPr lang="en-US" sz="3600" b="1" cap="none" dirty="0">
                <a:solidFill>
                  <a:srgbClr val="FFFFFF"/>
                </a:solidFill>
                <a:latin typeface="Raleway" pitchFamily="2" charset="77"/>
              </a:rPr>
              <a:t>REAL CHEM</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show="0">
  <p:cSld>
    <p:spTree>
      <p:nvGrpSpPr>
        <p:cNvPr id="1" name="Shape 176">
          <a:extLst>
            <a:ext uri="{FF2B5EF4-FFF2-40B4-BE49-F238E27FC236}">
              <a16:creationId xmlns:a16="http://schemas.microsoft.com/office/drawing/2014/main" id="{F1CE8077-8A6A-AF93-8A24-1001768D2C0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3565C4D-A915-031E-5B86-9560E8AC3345}"/>
              </a:ext>
            </a:extLst>
          </p:cNvPr>
          <p:cNvSpPr>
            <a:spLocks noGrp="1"/>
          </p:cNvSpPr>
          <p:nvPr>
            <p:ph type="title"/>
          </p:nvPr>
        </p:nvSpPr>
        <p:spPr>
          <a:xfrm>
            <a:off x="311700" y="14423"/>
            <a:ext cx="8520600" cy="763600"/>
          </a:xfrm>
        </p:spPr>
        <p:txBody>
          <a:bodyPr>
            <a:noAutofit/>
          </a:bodyPr>
          <a:lstStyle/>
          <a:p>
            <a:r>
              <a:rPr lang="en-US" sz="3200" b="1" dirty="0">
                <a:solidFill>
                  <a:schemeClr val="bg1"/>
                </a:solidFill>
                <a:latin typeface="Raleway" pitchFamily="2" charset="77"/>
              </a:rPr>
              <a:t>REAL CHEM – Checkpoints provide assessment</a:t>
            </a:r>
          </a:p>
        </p:txBody>
      </p:sp>
      <p:sp>
        <p:nvSpPr>
          <p:cNvPr id="2" name="Text Placeholder 1">
            <a:extLst>
              <a:ext uri="{FF2B5EF4-FFF2-40B4-BE49-F238E27FC236}">
                <a16:creationId xmlns:a16="http://schemas.microsoft.com/office/drawing/2014/main" id="{38BE2AF9-5E8B-9CB4-B9BB-5292B3AD2ECA}"/>
              </a:ext>
            </a:extLst>
          </p:cNvPr>
          <p:cNvSpPr>
            <a:spLocks noGrp="1"/>
          </p:cNvSpPr>
          <p:nvPr>
            <p:ph type="body" idx="1"/>
          </p:nvPr>
        </p:nvSpPr>
        <p:spPr/>
        <p:txBody>
          <a:bodyPr/>
          <a:lstStyle/>
          <a:p>
            <a:endParaRPr lang="en-US"/>
          </a:p>
        </p:txBody>
      </p:sp>
      <p:pic>
        <p:nvPicPr>
          <p:cNvPr id="3" name="Picture 2">
            <a:extLst>
              <a:ext uri="{FF2B5EF4-FFF2-40B4-BE49-F238E27FC236}">
                <a16:creationId xmlns:a16="http://schemas.microsoft.com/office/drawing/2014/main" id="{50680297-499F-CFCA-6383-DEA2BA3EAAB9}"/>
              </a:ext>
            </a:extLst>
          </p:cNvPr>
          <p:cNvPicPr>
            <a:picLocks noChangeAspect="1"/>
          </p:cNvPicPr>
          <p:nvPr/>
        </p:nvPicPr>
        <p:blipFill>
          <a:blip r:embed="rId3"/>
          <a:stretch>
            <a:fillRect/>
          </a:stretch>
        </p:blipFill>
        <p:spPr>
          <a:xfrm>
            <a:off x="170121" y="1285426"/>
            <a:ext cx="7758052" cy="5414932"/>
          </a:xfrm>
          <a:prstGeom prst="rect">
            <a:avLst/>
          </a:prstGeom>
        </p:spPr>
      </p:pic>
    </p:spTree>
    <p:extLst>
      <p:ext uri="{BB962C8B-B14F-4D97-AF65-F5344CB8AC3E}">
        <p14:creationId xmlns:p14="http://schemas.microsoft.com/office/powerpoint/2010/main" val="7542652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Shape 437">
          <a:extLst>
            <a:ext uri="{FF2B5EF4-FFF2-40B4-BE49-F238E27FC236}">
              <a16:creationId xmlns:a16="http://schemas.microsoft.com/office/drawing/2014/main" id="{F418DBF7-D0B2-8941-BBA1-0006DAAC7787}"/>
            </a:ext>
          </a:extLst>
        </p:cNvPr>
        <p:cNvGrpSpPr/>
        <p:nvPr/>
      </p:nvGrpSpPr>
      <p:grpSpPr>
        <a:xfrm>
          <a:off x="0" y="0"/>
          <a:ext cx="0" cy="0"/>
          <a:chOff x="0" y="0"/>
          <a:chExt cx="0" cy="0"/>
        </a:xfrm>
      </p:grpSpPr>
      <p:grpSp>
        <p:nvGrpSpPr>
          <p:cNvPr id="439" name="Google Shape;439;p64">
            <a:extLst>
              <a:ext uri="{FF2B5EF4-FFF2-40B4-BE49-F238E27FC236}">
                <a16:creationId xmlns:a16="http://schemas.microsoft.com/office/drawing/2014/main" id="{2C4EE035-FBAC-0DD0-C0E5-82F838EFD38E}"/>
              </a:ext>
            </a:extLst>
          </p:cNvPr>
          <p:cNvGrpSpPr/>
          <p:nvPr/>
        </p:nvGrpSpPr>
        <p:grpSpPr>
          <a:xfrm>
            <a:off x="246633" y="3059093"/>
            <a:ext cx="4325367" cy="1853053"/>
            <a:chOff x="153867" y="2631751"/>
            <a:chExt cx="4325367" cy="1853053"/>
          </a:xfrm>
        </p:grpSpPr>
        <p:sp>
          <p:nvSpPr>
            <p:cNvPr id="440" name="Google Shape;440;p64">
              <a:extLst>
                <a:ext uri="{FF2B5EF4-FFF2-40B4-BE49-F238E27FC236}">
                  <a16:creationId xmlns:a16="http://schemas.microsoft.com/office/drawing/2014/main" id="{61D6F04E-2A70-54DC-63F1-EE5F03D2DEF6}"/>
                </a:ext>
              </a:extLst>
            </p:cNvPr>
            <p:cNvSpPr txBox="1"/>
            <p:nvPr/>
          </p:nvSpPr>
          <p:spPr>
            <a:xfrm>
              <a:off x="590934" y="3080393"/>
              <a:ext cx="3888300" cy="513112"/>
            </a:xfrm>
            <a:prstGeom prst="rect">
              <a:avLst/>
            </a:prstGeom>
            <a:noFill/>
            <a:ln>
              <a:noFill/>
            </a:ln>
          </p:spPr>
          <p:txBody>
            <a:bodyPr spcFirstLastPara="1" wrap="square" lIns="63575" tIns="63575" rIns="63575" bIns="63575" anchor="t" anchorCtr="0">
              <a:spAutoFit/>
            </a:bodyPr>
            <a:lstStyle/>
            <a:p>
              <a:pPr defTabSz="457200">
                <a:buClrTx/>
                <a:defRPr/>
              </a:pPr>
              <a:r>
                <a:rPr lang="en" sz="2500" b="1" kern="1200" dirty="0">
                  <a:solidFill>
                    <a:prstClr val="white"/>
                  </a:solidFill>
                  <a:latin typeface="Calibri"/>
                  <a:ea typeface="Calibri"/>
                  <a:cs typeface="Calibri"/>
                  <a:sym typeface="Calibri"/>
                </a:rPr>
                <a:t>Instrumented instruction</a:t>
              </a:r>
              <a:endParaRPr sz="2500" b="1" kern="1200" dirty="0">
                <a:solidFill>
                  <a:prstClr val="white"/>
                </a:solidFill>
                <a:latin typeface="Calibri"/>
                <a:ea typeface="Calibri"/>
                <a:cs typeface="Calibri"/>
                <a:sym typeface="Calibri"/>
              </a:endParaRPr>
            </a:p>
          </p:txBody>
        </p:sp>
        <p:grpSp>
          <p:nvGrpSpPr>
            <p:cNvPr id="441" name="Google Shape;441;p64">
              <a:extLst>
                <a:ext uri="{FF2B5EF4-FFF2-40B4-BE49-F238E27FC236}">
                  <a16:creationId xmlns:a16="http://schemas.microsoft.com/office/drawing/2014/main" id="{7AD0A728-B2BE-3ED1-5398-AF9BF4726730}"/>
                </a:ext>
              </a:extLst>
            </p:cNvPr>
            <p:cNvGrpSpPr/>
            <p:nvPr/>
          </p:nvGrpSpPr>
          <p:grpSpPr>
            <a:xfrm>
              <a:off x="394122" y="3586971"/>
              <a:ext cx="3777569" cy="897833"/>
              <a:chOff x="1216581" y="4820566"/>
              <a:chExt cx="5049551" cy="1290918"/>
            </a:xfrm>
          </p:grpSpPr>
          <p:sp>
            <p:nvSpPr>
              <p:cNvPr id="442" name="Google Shape;442;p64">
                <a:extLst>
                  <a:ext uri="{FF2B5EF4-FFF2-40B4-BE49-F238E27FC236}">
                    <a16:creationId xmlns:a16="http://schemas.microsoft.com/office/drawing/2014/main" id="{C5375294-2C7F-9EF5-9A42-39CBE35970B3}"/>
                  </a:ext>
                </a:extLst>
              </p:cNvPr>
              <p:cNvSpPr txBox="1"/>
              <p:nvPr/>
            </p:nvSpPr>
            <p:spPr>
              <a:xfrm>
                <a:off x="2196062" y="4820566"/>
                <a:ext cx="3068385" cy="1290918"/>
              </a:xfrm>
              <a:prstGeom prst="rect">
                <a:avLst/>
              </a:prstGeom>
              <a:noFill/>
              <a:ln>
                <a:noFill/>
              </a:ln>
            </p:spPr>
            <p:txBody>
              <a:bodyPr spcFirstLastPara="1" wrap="square" lIns="63575" tIns="63575" rIns="63575" bIns="63575" anchor="t" anchorCtr="0">
                <a:spAutoFit/>
              </a:bodyPr>
              <a:lstStyle/>
              <a:p>
                <a:pPr defTabSz="457200">
                  <a:buClrTx/>
                  <a:defRPr/>
                </a:pPr>
                <a:r>
                  <a:rPr lang="en" sz="2500" b="1" kern="1200" dirty="0">
                    <a:solidFill>
                      <a:prstClr val="white"/>
                    </a:solidFill>
                    <a:latin typeface="Calibri"/>
                    <a:ea typeface="Calibri"/>
                    <a:cs typeface="Calibri"/>
                    <a:sym typeface="Calibri"/>
                  </a:rPr>
                  <a:t>Gather data all </a:t>
                </a:r>
              </a:p>
              <a:p>
                <a:pPr defTabSz="457200">
                  <a:buClrTx/>
                  <a:defRPr/>
                </a:pPr>
                <a:r>
                  <a:rPr lang="en" sz="2500" b="1" kern="1200" dirty="0">
                    <a:solidFill>
                      <a:prstClr val="white"/>
                    </a:solidFill>
                    <a:latin typeface="Calibri"/>
                    <a:ea typeface="Calibri"/>
                    <a:cs typeface="Calibri"/>
                    <a:sym typeface="Calibri"/>
                  </a:rPr>
                  <a:t>along the way</a:t>
                </a:r>
                <a:endParaRPr sz="2500" b="1" kern="1200" dirty="0">
                  <a:solidFill>
                    <a:prstClr val="white"/>
                  </a:solidFill>
                  <a:latin typeface="Calibri"/>
                  <a:ea typeface="Calibri"/>
                  <a:cs typeface="Calibri"/>
                  <a:sym typeface="Calibri"/>
                </a:endParaRPr>
              </a:p>
            </p:txBody>
          </p:sp>
          <p:cxnSp>
            <p:nvCxnSpPr>
              <p:cNvPr id="443" name="Google Shape;443;p64">
                <a:extLst>
                  <a:ext uri="{FF2B5EF4-FFF2-40B4-BE49-F238E27FC236}">
                    <a16:creationId xmlns:a16="http://schemas.microsoft.com/office/drawing/2014/main" id="{4E2846FA-8448-48BA-36C9-0D8997D8198B}"/>
                  </a:ext>
                </a:extLst>
              </p:cNvPr>
              <p:cNvCxnSpPr>
                <a:cxnSpLocks/>
                <a:stCxn id="442" idx="1"/>
              </p:cNvCxnSpPr>
              <p:nvPr/>
            </p:nvCxnSpPr>
            <p:spPr>
              <a:xfrm flipH="1">
                <a:off x="1216581" y="5466026"/>
                <a:ext cx="979482" cy="0"/>
              </a:xfrm>
              <a:prstGeom prst="straightConnector1">
                <a:avLst/>
              </a:prstGeom>
              <a:noFill/>
              <a:ln w="63500" cap="flat" cmpd="sng">
                <a:solidFill>
                  <a:schemeClr val="bg1"/>
                </a:solidFill>
                <a:prstDash val="solid"/>
                <a:round/>
                <a:headEnd type="none" w="med" len="med"/>
                <a:tailEnd type="triangle" w="med" len="med"/>
              </a:ln>
            </p:spPr>
          </p:cxnSp>
          <p:cxnSp>
            <p:nvCxnSpPr>
              <p:cNvPr id="444" name="Google Shape;444;p64">
                <a:extLst>
                  <a:ext uri="{FF2B5EF4-FFF2-40B4-BE49-F238E27FC236}">
                    <a16:creationId xmlns:a16="http://schemas.microsoft.com/office/drawing/2014/main" id="{EC4AC29E-D419-FE87-FA6F-A0F1B6A5880F}"/>
                  </a:ext>
                </a:extLst>
              </p:cNvPr>
              <p:cNvCxnSpPr/>
              <p:nvPr/>
            </p:nvCxnSpPr>
            <p:spPr>
              <a:xfrm rot="10800000" flipH="1">
                <a:off x="5089832" y="5466026"/>
                <a:ext cx="1176300" cy="8999"/>
              </a:xfrm>
              <a:prstGeom prst="straightConnector1">
                <a:avLst/>
              </a:prstGeom>
              <a:noFill/>
              <a:ln w="63500" cap="flat" cmpd="sng">
                <a:solidFill>
                  <a:schemeClr val="bg1"/>
                </a:solidFill>
                <a:prstDash val="solid"/>
                <a:round/>
                <a:headEnd type="none" w="med" len="med"/>
                <a:tailEnd type="triangle" w="med" len="med"/>
              </a:ln>
            </p:spPr>
          </p:cxnSp>
        </p:grpSp>
        <p:sp>
          <p:nvSpPr>
            <p:cNvPr id="446" name="Google Shape;446;p64">
              <a:extLst>
                <a:ext uri="{FF2B5EF4-FFF2-40B4-BE49-F238E27FC236}">
                  <a16:creationId xmlns:a16="http://schemas.microsoft.com/office/drawing/2014/main" id="{2B50BD8E-C13A-4CDA-57BC-831CA89AC5BD}"/>
                </a:ext>
              </a:extLst>
            </p:cNvPr>
            <p:cNvSpPr txBox="1"/>
            <p:nvPr/>
          </p:nvSpPr>
          <p:spPr>
            <a:xfrm>
              <a:off x="153867" y="2631751"/>
              <a:ext cx="3810300" cy="513112"/>
            </a:xfrm>
            <a:prstGeom prst="rect">
              <a:avLst/>
            </a:prstGeom>
            <a:noFill/>
            <a:ln>
              <a:noFill/>
            </a:ln>
          </p:spPr>
          <p:txBody>
            <a:bodyPr spcFirstLastPara="1" wrap="square" lIns="63575" tIns="63575" rIns="63575" bIns="63575" anchor="t" anchorCtr="0">
              <a:spAutoFit/>
            </a:bodyPr>
            <a:lstStyle/>
            <a:p>
              <a:pPr defTabSz="457200">
                <a:buClrTx/>
                <a:defRPr/>
              </a:pPr>
              <a:r>
                <a:rPr lang="en" sz="2500" b="1" kern="1200" dirty="0">
                  <a:solidFill>
                    <a:prstClr val="white"/>
                  </a:solidFill>
                  <a:latin typeface="Calibri"/>
                  <a:ea typeface="Calibri"/>
                  <a:cs typeface="Calibri"/>
                  <a:sym typeface="Calibri"/>
                </a:rPr>
                <a:t>Our approach</a:t>
              </a:r>
              <a:endParaRPr sz="2500" b="1" kern="1200" dirty="0">
                <a:solidFill>
                  <a:prstClr val="white"/>
                </a:solidFill>
                <a:latin typeface="Calibri"/>
                <a:ea typeface="Calibri"/>
                <a:cs typeface="Calibri"/>
                <a:sym typeface="Calibri"/>
              </a:endParaRPr>
            </a:p>
          </p:txBody>
        </p:sp>
      </p:grpSp>
      <p:sp>
        <p:nvSpPr>
          <p:cNvPr id="453" name="Google Shape;453;p64">
            <a:extLst>
              <a:ext uri="{FF2B5EF4-FFF2-40B4-BE49-F238E27FC236}">
                <a16:creationId xmlns:a16="http://schemas.microsoft.com/office/drawing/2014/main" id="{9D787045-7C09-353F-7B69-C874E32CCEE1}"/>
              </a:ext>
            </a:extLst>
          </p:cNvPr>
          <p:cNvSpPr txBox="1"/>
          <p:nvPr/>
        </p:nvSpPr>
        <p:spPr>
          <a:xfrm>
            <a:off x="6679400" y="5917401"/>
            <a:ext cx="2488500" cy="461635"/>
          </a:xfrm>
          <a:prstGeom prst="rect">
            <a:avLst/>
          </a:prstGeom>
          <a:noFill/>
          <a:ln>
            <a:noFill/>
          </a:ln>
        </p:spPr>
        <p:txBody>
          <a:bodyPr spcFirstLastPara="1" wrap="square" lIns="91425" tIns="91425" rIns="91425" bIns="91425" anchor="t" anchorCtr="0">
            <a:spAutoFit/>
          </a:bodyPr>
          <a:lstStyle/>
          <a:p>
            <a:pPr defTabSz="457200">
              <a:buClrTx/>
              <a:defRPr/>
            </a:pPr>
            <a:endParaRPr sz="1800" kern="1200">
              <a:solidFill>
                <a:srgbClr val="1F497D"/>
              </a:solidFill>
              <a:latin typeface="Calibri"/>
              <a:ea typeface="+mn-ea"/>
              <a:cs typeface="+mn-cs"/>
            </a:endParaRPr>
          </a:p>
        </p:txBody>
      </p:sp>
      <p:sp>
        <p:nvSpPr>
          <p:cNvPr id="4" name="Rectangle 3">
            <a:extLst>
              <a:ext uri="{FF2B5EF4-FFF2-40B4-BE49-F238E27FC236}">
                <a16:creationId xmlns:a16="http://schemas.microsoft.com/office/drawing/2014/main" id="{FE2F40F3-B606-864B-54B6-EFA0CA33FBED}"/>
              </a:ext>
            </a:extLst>
          </p:cNvPr>
          <p:cNvSpPr/>
          <p:nvPr/>
        </p:nvSpPr>
        <p:spPr>
          <a:xfrm>
            <a:off x="2159909" y="1183862"/>
            <a:ext cx="1807500" cy="814666"/>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buClrTx/>
              <a:defRPr/>
            </a:pPr>
            <a:r>
              <a:rPr lang="en" sz="2400" b="1" kern="1200">
                <a:solidFill>
                  <a:prstClr val="white"/>
                </a:solidFill>
                <a:latin typeface="Calibri"/>
                <a:ea typeface="Calibri"/>
                <a:cs typeface="Calibri"/>
                <a:sym typeface="Calibri"/>
              </a:rPr>
              <a:t>Control</a:t>
            </a:r>
          </a:p>
          <a:p>
            <a:pPr algn="ctr" defTabSz="457200">
              <a:buClrTx/>
              <a:defRPr/>
            </a:pPr>
            <a:r>
              <a:rPr lang="en-US" sz="2400" b="1" kern="1200">
                <a:solidFill>
                  <a:prstClr val="white"/>
                </a:solidFill>
                <a:latin typeface="Calibri"/>
              </a:rPr>
              <a:t>?</a:t>
            </a:r>
          </a:p>
        </p:txBody>
      </p:sp>
      <p:sp>
        <p:nvSpPr>
          <p:cNvPr id="5" name="Rectangle 4">
            <a:extLst>
              <a:ext uri="{FF2B5EF4-FFF2-40B4-BE49-F238E27FC236}">
                <a16:creationId xmlns:a16="http://schemas.microsoft.com/office/drawing/2014/main" id="{DECC63B8-7A14-B512-D3F3-2BED0ABE1CA0}"/>
              </a:ext>
            </a:extLst>
          </p:cNvPr>
          <p:cNvSpPr/>
          <p:nvPr/>
        </p:nvSpPr>
        <p:spPr>
          <a:xfrm>
            <a:off x="2159909" y="1999238"/>
            <a:ext cx="1807500" cy="878532"/>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buClrTx/>
              <a:defRPr/>
            </a:pPr>
            <a:r>
              <a:rPr lang="en-US" sz="2400" b="1" kern="1200" dirty="0">
                <a:solidFill>
                  <a:prstClr val="white"/>
                </a:solidFill>
                <a:latin typeface="Calibri"/>
              </a:rPr>
              <a:t>Treatment</a:t>
            </a:r>
          </a:p>
          <a:p>
            <a:pPr algn="ctr" defTabSz="457200">
              <a:buClrTx/>
              <a:defRPr/>
            </a:pPr>
            <a:r>
              <a:rPr lang="en-US" sz="2400" b="1" kern="1200" dirty="0">
                <a:solidFill>
                  <a:prstClr val="white"/>
                </a:solidFill>
                <a:latin typeface="Calibri"/>
              </a:rPr>
              <a:t>?</a:t>
            </a:r>
            <a:endParaRPr lang="en-US" sz="1800" b="1" kern="1200" dirty="0">
              <a:solidFill>
                <a:prstClr val="white"/>
              </a:solidFill>
              <a:latin typeface="Calibri"/>
            </a:endParaRPr>
          </a:p>
        </p:txBody>
      </p:sp>
      <p:sp>
        <p:nvSpPr>
          <p:cNvPr id="7" name="Rectangle 6">
            <a:extLst>
              <a:ext uri="{FF2B5EF4-FFF2-40B4-BE49-F238E27FC236}">
                <a16:creationId xmlns:a16="http://schemas.microsoft.com/office/drawing/2014/main" id="{F9F44C79-C34E-2714-CE0E-E53B325938FB}"/>
              </a:ext>
            </a:extLst>
          </p:cNvPr>
          <p:cNvSpPr/>
          <p:nvPr/>
        </p:nvSpPr>
        <p:spPr>
          <a:xfrm>
            <a:off x="3955588" y="1182667"/>
            <a:ext cx="1807500" cy="814666"/>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buClrTx/>
              <a:defRPr/>
            </a:pPr>
            <a:r>
              <a:rPr lang="en" sz="2400" b="1" kern="1200">
                <a:solidFill>
                  <a:prstClr val="white"/>
                </a:solidFill>
                <a:latin typeface="Calibri"/>
                <a:ea typeface="Calibri"/>
                <a:cs typeface="Calibri"/>
                <a:sym typeface="Calibri"/>
              </a:rPr>
              <a:t>Data</a:t>
            </a:r>
          </a:p>
          <a:p>
            <a:pPr algn="ctr" defTabSz="457200">
              <a:buClrTx/>
              <a:defRPr/>
            </a:pPr>
            <a:endParaRPr lang="en-US" sz="2400" kern="1200">
              <a:solidFill>
                <a:prstClr val="white"/>
              </a:solidFill>
              <a:latin typeface="Calibri"/>
            </a:endParaRPr>
          </a:p>
        </p:txBody>
      </p:sp>
      <p:sp>
        <p:nvSpPr>
          <p:cNvPr id="8" name="Rectangle 7">
            <a:extLst>
              <a:ext uri="{FF2B5EF4-FFF2-40B4-BE49-F238E27FC236}">
                <a16:creationId xmlns:a16="http://schemas.microsoft.com/office/drawing/2014/main" id="{2761F39C-0E7E-F88C-9DC3-773FF4D03249}"/>
              </a:ext>
            </a:extLst>
          </p:cNvPr>
          <p:cNvSpPr/>
          <p:nvPr/>
        </p:nvSpPr>
        <p:spPr>
          <a:xfrm>
            <a:off x="3961303" y="2005410"/>
            <a:ext cx="1807500" cy="863195"/>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buClrTx/>
              <a:defRPr/>
            </a:pPr>
            <a:r>
              <a:rPr lang="en" sz="2400" b="1" kern="1200">
                <a:solidFill>
                  <a:prstClr val="white"/>
                </a:solidFill>
                <a:latin typeface="Calibri"/>
                <a:ea typeface="Calibri"/>
                <a:cs typeface="Calibri"/>
                <a:sym typeface="Calibri"/>
              </a:rPr>
              <a:t>Data</a:t>
            </a:r>
            <a:endParaRPr lang="en" sz="2200" b="1" kern="1200">
              <a:solidFill>
                <a:prstClr val="white"/>
              </a:solidFill>
              <a:latin typeface="Calibri"/>
              <a:ea typeface="Calibri"/>
              <a:cs typeface="Calibri"/>
              <a:sym typeface="Calibri"/>
            </a:endParaRPr>
          </a:p>
          <a:p>
            <a:pPr algn="ctr" defTabSz="457200">
              <a:buClrTx/>
              <a:defRPr/>
            </a:pPr>
            <a:endParaRPr lang="en" sz="2200" b="1" kern="1200">
              <a:solidFill>
                <a:prstClr val="white"/>
              </a:solidFill>
              <a:latin typeface="Calibri"/>
              <a:ea typeface="Calibri"/>
              <a:cs typeface="Calibri"/>
              <a:sym typeface="Calibri"/>
            </a:endParaRPr>
          </a:p>
        </p:txBody>
      </p:sp>
      <p:grpSp>
        <p:nvGrpSpPr>
          <p:cNvPr id="13" name="Group 12">
            <a:extLst>
              <a:ext uri="{FF2B5EF4-FFF2-40B4-BE49-F238E27FC236}">
                <a16:creationId xmlns:a16="http://schemas.microsoft.com/office/drawing/2014/main" id="{2B930EF2-AE03-B8C4-1B7B-C5E42C7DDFE6}"/>
              </a:ext>
            </a:extLst>
          </p:cNvPr>
          <p:cNvGrpSpPr/>
          <p:nvPr/>
        </p:nvGrpSpPr>
        <p:grpSpPr>
          <a:xfrm>
            <a:off x="346499" y="724809"/>
            <a:ext cx="5416589" cy="2151056"/>
            <a:chOff x="245607" y="321650"/>
            <a:chExt cx="5416589" cy="2151056"/>
          </a:xfrm>
        </p:grpSpPr>
        <p:sp>
          <p:nvSpPr>
            <p:cNvPr id="438" name="Google Shape;438;p64">
              <a:extLst>
                <a:ext uri="{FF2B5EF4-FFF2-40B4-BE49-F238E27FC236}">
                  <a16:creationId xmlns:a16="http://schemas.microsoft.com/office/drawing/2014/main" id="{48FE14DD-A3AF-7C6C-7887-19A7C614E7E4}"/>
                </a:ext>
              </a:extLst>
            </p:cNvPr>
            <p:cNvSpPr txBox="1"/>
            <p:nvPr/>
          </p:nvSpPr>
          <p:spPr>
            <a:xfrm>
              <a:off x="245607" y="321650"/>
              <a:ext cx="5416589" cy="518474"/>
            </a:xfrm>
            <a:prstGeom prst="rect">
              <a:avLst/>
            </a:prstGeom>
            <a:noFill/>
            <a:ln>
              <a:noFill/>
            </a:ln>
          </p:spPr>
          <p:txBody>
            <a:bodyPr spcFirstLastPara="1" wrap="square" lIns="73850" tIns="73850" rIns="73850" bIns="73850" anchor="t" anchorCtr="0">
              <a:spAutoFit/>
            </a:bodyPr>
            <a:lstStyle/>
            <a:p>
              <a:pPr defTabSz="457200">
                <a:buClrTx/>
                <a:defRPr/>
              </a:pPr>
              <a:r>
                <a:rPr lang="en" sz="2400" b="1" kern="1200" dirty="0">
                  <a:solidFill>
                    <a:prstClr val="white"/>
                  </a:solidFill>
                  <a:latin typeface="Calibri"/>
                  <a:ea typeface="Calibri"/>
                  <a:cs typeface="Calibri"/>
                  <a:sym typeface="Calibri"/>
                </a:rPr>
                <a:t>     Pre-test        Intervention       </a:t>
              </a:r>
              <a:r>
                <a:rPr lang="en-US" sz="2400" b="1" kern="1200" dirty="0">
                  <a:solidFill>
                    <a:prstClr val="white"/>
                  </a:solidFill>
                  <a:latin typeface="Calibri"/>
                  <a:ea typeface="Calibri"/>
                  <a:cs typeface="Calibri"/>
                  <a:sym typeface="Calibri"/>
                </a:rPr>
                <a:t>Post-test</a:t>
              </a:r>
            </a:p>
          </p:txBody>
        </p:sp>
        <p:sp>
          <p:nvSpPr>
            <p:cNvPr id="10" name="Rectangle 9">
              <a:extLst>
                <a:ext uri="{FF2B5EF4-FFF2-40B4-BE49-F238E27FC236}">
                  <a16:creationId xmlns:a16="http://schemas.microsoft.com/office/drawing/2014/main" id="{062B9AA9-C218-EC6D-FDFE-005690D6FC80}"/>
                </a:ext>
              </a:extLst>
            </p:cNvPr>
            <p:cNvSpPr/>
            <p:nvPr/>
          </p:nvSpPr>
          <p:spPr>
            <a:xfrm>
              <a:off x="245607" y="787585"/>
              <a:ext cx="1807500" cy="814666"/>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buClrTx/>
                <a:defRPr/>
              </a:pPr>
              <a:r>
                <a:rPr lang="en-US" sz="2400" b="1" kern="1200">
                  <a:solidFill>
                    <a:prstClr val="white"/>
                  </a:solidFill>
                  <a:latin typeface="Calibri"/>
                </a:rPr>
                <a:t>Data</a:t>
              </a:r>
            </a:p>
            <a:p>
              <a:pPr algn="ctr" defTabSz="457200">
                <a:buClrTx/>
                <a:defRPr/>
              </a:pPr>
              <a:endParaRPr lang="en-US" sz="2400" b="1" kern="1200">
                <a:solidFill>
                  <a:prstClr val="white"/>
                </a:solidFill>
                <a:latin typeface="Calibri"/>
              </a:endParaRPr>
            </a:p>
          </p:txBody>
        </p:sp>
        <p:sp>
          <p:nvSpPr>
            <p:cNvPr id="12" name="Rectangle 11">
              <a:extLst>
                <a:ext uri="{FF2B5EF4-FFF2-40B4-BE49-F238E27FC236}">
                  <a16:creationId xmlns:a16="http://schemas.microsoft.com/office/drawing/2014/main" id="{1CA2DF69-676F-B71E-A367-24F53C0181F7}"/>
                </a:ext>
              </a:extLst>
            </p:cNvPr>
            <p:cNvSpPr/>
            <p:nvPr/>
          </p:nvSpPr>
          <p:spPr>
            <a:xfrm>
              <a:off x="245607" y="1609132"/>
              <a:ext cx="1807500" cy="863574"/>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buClrTx/>
                <a:defRPr/>
              </a:pPr>
              <a:r>
                <a:rPr lang="en-US" sz="2400" b="1" kern="1200">
                  <a:solidFill>
                    <a:prstClr val="white"/>
                  </a:solidFill>
                  <a:latin typeface="Calibri"/>
                </a:rPr>
                <a:t>Data</a:t>
              </a:r>
            </a:p>
            <a:p>
              <a:pPr algn="ctr" defTabSz="457200">
                <a:buClrTx/>
                <a:defRPr/>
              </a:pPr>
              <a:endParaRPr lang="en-US" sz="2400" b="1" kern="1200">
                <a:solidFill>
                  <a:prstClr val="white"/>
                </a:solidFill>
                <a:latin typeface="Calibri"/>
              </a:endParaRPr>
            </a:p>
          </p:txBody>
        </p:sp>
      </p:grpSp>
      <p:sp>
        <p:nvSpPr>
          <p:cNvPr id="17" name="TextBox 4">
            <a:extLst>
              <a:ext uri="{FF2B5EF4-FFF2-40B4-BE49-F238E27FC236}">
                <a16:creationId xmlns:a16="http://schemas.microsoft.com/office/drawing/2014/main" id="{6C7AD323-AA0C-F6D4-D6BE-16F17DC2B9D7}"/>
              </a:ext>
            </a:extLst>
          </p:cNvPr>
          <p:cNvSpPr txBox="1">
            <a:spLocks/>
          </p:cNvSpPr>
          <p:nvPr/>
        </p:nvSpPr>
        <p:spPr>
          <a:xfrm>
            <a:off x="551311" y="160817"/>
            <a:ext cx="8449103" cy="415050"/>
          </a:xfrm>
          <a:prstGeom prst="rect">
            <a:avLst/>
          </a:prstGeom>
          <a:noFill/>
          <a:ln>
            <a:noFill/>
            <a:prstDash/>
          </a:ln>
          <a:effectLst/>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defPPr>
              <a:defRPr lang="en-US"/>
            </a:defPPr>
            <a:lvl1pPr marL="0" algn="l" defTabSz="1371600" rtl="0" eaLnBrk="1" latinLnBrk="0" hangingPunct="1">
              <a:spcBef>
                <a:spcPct val="0"/>
              </a:spcBef>
              <a:buNone/>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a:lstStyle>
          <a:p>
            <a:pPr defTabSz="685800">
              <a:lnSpc>
                <a:spcPts val="3499"/>
              </a:lnSpc>
              <a:buClrTx/>
              <a:defRPr/>
            </a:pPr>
            <a:r>
              <a:rPr lang="en-US" b="1" dirty="0">
                <a:solidFill>
                  <a:srgbClr val="FFFFFF"/>
                </a:solidFill>
                <a:latin typeface="Segoe UI Semibold" panose="020B0502040204020203" pitchFamily="34" charset="0"/>
                <a:ea typeface="Archivo Expanded Expanded"/>
                <a:cs typeface="Segoe UI Semibold" panose="020B0502040204020203" pitchFamily="34" charset="0"/>
                <a:sym typeface="Archivo Expanded"/>
              </a:rPr>
              <a:t>Instrumented Instruction</a:t>
            </a:r>
          </a:p>
        </p:txBody>
      </p:sp>
      <p:pic>
        <p:nvPicPr>
          <p:cNvPr id="9" name="Picture 8">
            <a:extLst>
              <a:ext uri="{FF2B5EF4-FFF2-40B4-BE49-F238E27FC236}">
                <a16:creationId xmlns:a16="http://schemas.microsoft.com/office/drawing/2014/main" id="{35BA282A-42F7-DDE1-515C-F5B4383FF461}"/>
              </a:ext>
            </a:extLst>
          </p:cNvPr>
          <p:cNvPicPr>
            <a:picLocks noChangeAspect="1"/>
          </p:cNvPicPr>
          <p:nvPr/>
        </p:nvPicPr>
        <p:blipFill>
          <a:blip r:embed="rId3"/>
          <a:stretch>
            <a:fillRect/>
          </a:stretch>
        </p:blipFill>
        <p:spPr>
          <a:xfrm>
            <a:off x="4696973" y="3315649"/>
            <a:ext cx="4303441" cy="3419953"/>
          </a:xfrm>
          <a:prstGeom prst="rect">
            <a:avLst/>
          </a:prstGeom>
        </p:spPr>
      </p:pic>
      <p:pic>
        <p:nvPicPr>
          <p:cNvPr id="11" name="Picture 10">
            <a:extLst>
              <a:ext uri="{FF2B5EF4-FFF2-40B4-BE49-F238E27FC236}">
                <a16:creationId xmlns:a16="http://schemas.microsoft.com/office/drawing/2014/main" id="{11240604-1FB3-C950-5D1B-76B434FFC91C}"/>
              </a:ext>
            </a:extLst>
          </p:cNvPr>
          <p:cNvPicPr>
            <a:picLocks noChangeAspect="1"/>
          </p:cNvPicPr>
          <p:nvPr/>
        </p:nvPicPr>
        <p:blipFill>
          <a:blip r:embed="rId4"/>
          <a:stretch>
            <a:fillRect/>
          </a:stretch>
        </p:blipFill>
        <p:spPr>
          <a:xfrm>
            <a:off x="4699176" y="3315649"/>
            <a:ext cx="4301237" cy="3381534"/>
          </a:xfrm>
          <a:prstGeom prst="rect">
            <a:avLst/>
          </a:prstGeom>
        </p:spPr>
      </p:pic>
      <p:sp>
        <p:nvSpPr>
          <p:cNvPr id="2" name="Title 1">
            <a:extLst>
              <a:ext uri="{FF2B5EF4-FFF2-40B4-BE49-F238E27FC236}">
                <a16:creationId xmlns:a16="http://schemas.microsoft.com/office/drawing/2014/main" id="{7509977D-F22A-6CCD-B411-7FCE4E3BD3DB}"/>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DBBF2FED-CFDD-869F-3B8C-357D10AA03E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467539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3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show="0">
  <p:cSld>
    <p:spTree>
      <p:nvGrpSpPr>
        <p:cNvPr id="1" name="Shape 457"/>
        <p:cNvGrpSpPr/>
        <p:nvPr/>
      </p:nvGrpSpPr>
      <p:grpSpPr>
        <a:xfrm>
          <a:off x="0" y="0"/>
          <a:ext cx="0" cy="0"/>
          <a:chOff x="0" y="0"/>
          <a:chExt cx="0" cy="0"/>
        </a:xfrm>
      </p:grpSpPr>
      <p:sp>
        <p:nvSpPr>
          <p:cNvPr id="458" name="Google Shape;458;p65"/>
          <p:cNvSpPr txBox="1">
            <a:spLocks noGrp="1"/>
          </p:cNvSpPr>
          <p:nvPr>
            <p:ph type="title"/>
          </p:nvPr>
        </p:nvSpPr>
        <p:spPr>
          <a:xfrm>
            <a:off x="123791" y="213910"/>
            <a:ext cx="8430486" cy="572700"/>
          </a:xfrm>
          <a:prstGeom prst="rect">
            <a:avLst/>
          </a:prstGeom>
        </p:spPr>
        <p:txBody>
          <a:bodyPr spcFirstLastPara="1" wrap="square" lIns="19050" tIns="19050" rIns="19050" bIns="19050" anchor="ctr" anchorCtr="0">
            <a:noAutofit/>
          </a:bodyPr>
          <a:lstStyle/>
          <a:p>
            <a:r>
              <a:rPr lang="en" sz="2400" b="1" dirty="0">
                <a:solidFill>
                  <a:schemeClr val="bg1"/>
                </a:solidFill>
              </a:rPr>
              <a:t>Instrumented instruction enables better analysis of learning</a:t>
            </a:r>
            <a:endParaRPr sz="2400" b="1" dirty="0">
              <a:solidFill>
                <a:schemeClr val="bg1"/>
              </a:solidFill>
            </a:endParaRPr>
          </a:p>
        </p:txBody>
      </p:sp>
      <p:pic>
        <p:nvPicPr>
          <p:cNvPr id="16" name="Google Shape;476;p67">
            <a:extLst>
              <a:ext uri="{FF2B5EF4-FFF2-40B4-BE49-F238E27FC236}">
                <a16:creationId xmlns:a16="http://schemas.microsoft.com/office/drawing/2014/main" id="{8890EC70-8039-7522-C768-B098D98355DA}"/>
              </a:ext>
            </a:extLst>
          </p:cNvPr>
          <p:cNvPicPr preferRelativeResize="0"/>
          <p:nvPr/>
        </p:nvPicPr>
        <p:blipFill>
          <a:blip r:embed="rId3">
            <a:alphaModFix/>
          </a:blip>
          <a:stretch>
            <a:fillRect/>
          </a:stretch>
        </p:blipFill>
        <p:spPr>
          <a:xfrm>
            <a:off x="123790" y="786610"/>
            <a:ext cx="8981757" cy="4729935"/>
          </a:xfrm>
          <a:prstGeom prst="rect">
            <a:avLst/>
          </a:prstGeom>
          <a:noFill/>
          <a:ln>
            <a:noFill/>
          </a:ln>
        </p:spPr>
      </p:pic>
      <p:sp>
        <p:nvSpPr>
          <p:cNvPr id="17" name="Google Shape;477;p67">
            <a:extLst>
              <a:ext uri="{FF2B5EF4-FFF2-40B4-BE49-F238E27FC236}">
                <a16:creationId xmlns:a16="http://schemas.microsoft.com/office/drawing/2014/main" id="{763D8D26-2835-1006-1607-A218F17AA973}"/>
              </a:ext>
            </a:extLst>
          </p:cNvPr>
          <p:cNvSpPr txBox="1"/>
          <p:nvPr/>
        </p:nvSpPr>
        <p:spPr>
          <a:xfrm>
            <a:off x="3046202" y="2488489"/>
            <a:ext cx="5489262" cy="623299"/>
          </a:xfrm>
          <a:prstGeom prst="rect">
            <a:avLst/>
          </a:prstGeom>
          <a:noFill/>
          <a:ln>
            <a:noFill/>
          </a:ln>
        </p:spPr>
        <p:txBody>
          <a:bodyPr spcFirstLastPara="1" wrap="square" lIns="91425" tIns="91425" rIns="91425" bIns="91425" anchor="t" anchorCtr="0">
            <a:noAutofit/>
          </a:bodyPr>
          <a:lstStyle/>
          <a:p>
            <a:pPr>
              <a:lnSpc>
                <a:spcPct val="90000"/>
              </a:lnSpc>
              <a:spcBef>
                <a:spcPts val="200"/>
              </a:spcBef>
            </a:pPr>
            <a:r>
              <a:rPr lang="en" sz="1600" dirty="0">
                <a:solidFill>
                  <a:srgbClr val="FFD029"/>
                </a:solidFill>
                <a:latin typeface="Nunito Sans"/>
                <a:ea typeface="Nunito Sans"/>
                <a:cs typeface="Nunito Sans"/>
                <a:sym typeface="Nunito Sans"/>
              </a:rPr>
              <a:t>Skill: Convert between mass and moles.</a:t>
            </a:r>
            <a:endParaRPr sz="1000" dirty="0">
              <a:solidFill>
                <a:srgbClr val="FFD029"/>
              </a:solidFill>
              <a:latin typeface="Nunito Sans"/>
              <a:ea typeface="Nunito Sans"/>
              <a:cs typeface="Nunito Sans"/>
              <a:sym typeface="Nunito Sans"/>
            </a:endParaRPr>
          </a:p>
        </p:txBody>
      </p:sp>
      <p:sp>
        <p:nvSpPr>
          <p:cNvPr id="19" name="Google Shape;480;p67">
            <a:extLst>
              <a:ext uri="{FF2B5EF4-FFF2-40B4-BE49-F238E27FC236}">
                <a16:creationId xmlns:a16="http://schemas.microsoft.com/office/drawing/2014/main" id="{79CDE79D-3F78-CD41-2271-D92A378988F2}"/>
              </a:ext>
            </a:extLst>
          </p:cNvPr>
          <p:cNvSpPr txBox="1"/>
          <p:nvPr/>
        </p:nvSpPr>
        <p:spPr>
          <a:xfrm>
            <a:off x="3034870" y="3932181"/>
            <a:ext cx="5489263" cy="623299"/>
          </a:xfrm>
          <a:prstGeom prst="rect">
            <a:avLst/>
          </a:prstGeom>
          <a:noFill/>
          <a:ln>
            <a:noFill/>
          </a:ln>
        </p:spPr>
        <p:txBody>
          <a:bodyPr spcFirstLastPara="1" wrap="square" lIns="91425" tIns="91425" rIns="91425" bIns="91425" anchor="t" anchorCtr="0">
            <a:noAutofit/>
          </a:bodyPr>
          <a:lstStyle/>
          <a:p>
            <a:pPr>
              <a:lnSpc>
                <a:spcPct val="90000"/>
              </a:lnSpc>
              <a:spcBef>
                <a:spcPts val="200"/>
              </a:spcBef>
            </a:pPr>
            <a:r>
              <a:rPr lang="en" sz="1600" dirty="0">
                <a:solidFill>
                  <a:srgbClr val="FFD029"/>
                </a:solidFill>
                <a:latin typeface="Nunito Sans"/>
                <a:ea typeface="Nunito Sans"/>
                <a:cs typeface="Nunito Sans"/>
                <a:sym typeface="Nunito Sans"/>
              </a:rPr>
              <a:t>Skill: Convert between particles (atoms, molecules or fm. un.) and moles.</a:t>
            </a:r>
            <a:endParaRPr sz="1000" dirty="0">
              <a:solidFill>
                <a:srgbClr val="FFD029"/>
              </a:solidFill>
              <a:latin typeface="Nunito Sans"/>
              <a:ea typeface="Nunito Sans"/>
              <a:cs typeface="Nunito Sans"/>
              <a:sym typeface="Nunito Sans"/>
            </a:endParaRPr>
          </a:p>
        </p:txBody>
      </p:sp>
      <p:sp>
        <p:nvSpPr>
          <p:cNvPr id="20" name="Google Shape;468;p66">
            <a:extLst>
              <a:ext uri="{FF2B5EF4-FFF2-40B4-BE49-F238E27FC236}">
                <a16:creationId xmlns:a16="http://schemas.microsoft.com/office/drawing/2014/main" id="{DDEEA9E1-9662-328F-E72F-D05CFC815694}"/>
              </a:ext>
            </a:extLst>
          </p:cNvPr>
          <p:cNvSpPr txBox="1"/>
          <p:nvPr/>
        </p:nvSpPr>
        <p:spPr>
          <a:xfrm>
            <a:off x="103693" y="5591755"/>
            <a:ext cx="8981757" cy="1107965"/>
          </a:xfrm>
          <a:prstGeom prst="rect">
            <a:avLst/>
          </a:prstGeom>
          <a:noFill/>
          <a:ln w="19050"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r>
              <a:rPr lang="en" sz="2000" dirty="0">
                <a:solidFill>
                  <a:schemeClr val="bg1"/>
                </a:solidFill>
              </a:rPr>
              <a:t>Knowledge Mapping</a:t>
            </a:r>
            <a:endParaRPr sz="2000" dirty="0">
              <a:solidFill>
                <a:schemeClr val="bg1"/>
              </a:solidFill>
            </a:endParaRPr>
          </a:p>
          <a:p>
            <a:pPr marL="114300">
              <a:buClr>
                <a:srgbClr val="595959"/>
              </a:buClr>
              <a:buSzPts val="1800"/>
            </a:pPr>
            <a:endParaRPr sz="2000" dirty="0">
              <a:solidFill>
                <a:schemeClr val="bg1"/>
              </a:solidFill>
            </a:endParaRPr>
          </a:p>
          <a:p>
            <a:pPr marL="114300">
              <a:buClr>
                <a:srgbClr val="595959"/>
              </a:buClr>
              <a:buSzPts val="1800"/>
            </a:pPr>
            <a:r>
              <a:rPr lang="en" sz="2000" dirty="0">
                <a:solidFill>
                  <a:schemeClr val="bg1"/>
                </a:solidFill>
              </a:rPr>
              <a:t>Map of courseware questions to Knowledge Components (KCs or skills) </a:t>
            </a:r>
            <a:endParaRPr sz="2000" dirty="0">
              <a:solidFill>
                <a:schemeClr val="bg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show="0">
  <p:cSld>
    <p:spTree>
      <p:nvGrpSpPr>
        <p:cNvPr id="1" name="Shape 457">
          <a:extLst>
            <a:ext uri="{FF2B5EF4-FFF2-40B4-BE49-F238E27FC236}">
              <a16:creationId xmlns:a16="http://schemas.microsoft.com/office/drawing/2014/main" id="{100979AE-EFC6-E7C6-628C-B676B0154DC4}"/>
            </a:ext>
          </a:extLst>
        </p:cNvPr>
        <p:cNvGrpSpPr/>
        <p:nvPr/>
      </p:nvGrpSpPr>
      <p:grpSpPr>
        <a:xfrm>
          <a:off x="0" y="0"/>
          <a:ext cx="0" cy="0"/>
          <a:chOff x="0" y="0"/>
          <a:chExt cx="0" cy="0"/>
        </a:xfrm>
      </p:grpSpPr>
      <p:sp>
        <p:nvSpPr>
          <p:cNvPr id="458" name="Google Shape;458;p65">
            <a:extLst>
              <a:ext uri="{FF2B5EF4-FFF2-40B4-BE49-F238E27FC236}">
                <a16:creationId xmlns:a16="http://schemas.microsoft.com/office/drawing/2014/main" id="{369E3421-3937-4F19-815F-6CCBDBD53366}"/>
              </a:ext>
            </a:extLst>
          </p:cNvPr>
          <p:cNvSpPr txBox="1">
            <a:spLocks noGrp="1"/>
          </p:cNvSpPr>
          <p:nvPr>
            <p:ph type="title"/>
          </p:nvPr>
        </p:nvSpPr>
        <p:spPr>
          <a:xfrm>
            <a:off x="143888" y="278402"/>
            <a:ext cx="7636007" cy="572700"/>
          </a:xfrm>
          <a:prstGeom prst="rect">
            <a:avLst/>
          </a:prstGeom>
        </p:spPr>
        <p:txBody>
          <a:bodyPr spcFirstLastPara="1" wrap="square" lIns="19050" tIns="19050" rIns="19050" bIns="19050" anchor="ctr" anchorCtr="0">
            <a:noAutofit/>
          </a:bodyPr>
          <a:lstStyle/>
          <a:p>
            <a:r>
              <a:rPr lang="en" dirty="0">
                <a:solidFill>
                  <a:schemeClr val="bg1"/>
                </a:solidFill>
              </a:rPr>
              <a:t>Continual data gathering maps student performance on each knowledge component</a:t>
            </a:r>
            <a:endParaRPr dirty="0">
              <a:solidFill>
                <a:schemeClr val="bg1"/>
              </a:solidFill>
            </a:endParaRPr>
          </a:p>
        </p:txBody>
      </p:sp>
      <p:pic>
        <p:nvPicPr>
          <p:cNvPr id="2" name="Google Shape;487;p68">
            <a:extLst>
              <a:ext uri="{FF2B5EF4-FFF2-40B4-BE49-F238E27FC236}">
                <a16:creationId xmlns:a16="http://schemas.microsoft.com/office/drawing/2014/main" id="{D845EF45-7B36-974D-4288-0725C7E563FF}"/>
              </a:ext>
            </a:extLst>
          </p:cNvPr>
          <p:cNvPicPr preferRelativeResize="0"/>
          <p:nvPr/>
        </p:nvPicPr>
        <p:blipFill rotWithShape="1">
          <a:blip r:embed="rId3">
            <a:alphaModFix/>
          </a:blip>
          <a:srcRect b="13889"/>
          <a:stretch/>
        </p:blipFill>
        <p:spPr>
          <a:xfrm>
            <a:off x="2587288" y="1512252"/>
            <a:ext cx="5766799" cy="3833501"/>
          </a:xfrm>
          <a:prstGeom prst="rect">
            <a:avLst/>
          </a:prstGeom>
          <a:noFill/>
          <a:ln>
            <a:noFill/>
          </a:ln>
        </p:spPr>
      </p:pic>
      <p:sp>
        <p:nvSpPr>
          <p:cNvPr id="3" name="Google Shape;488;p68">
            <a:extLst>
              <a:ext uri="{FF2B5EF4-FFF2-40B4-BE49-F238E27FC236}">
                <a16:creationId xmlns:a16="http://schemas.microsoft.com/office/drawing/2014/main" id="{528F77ED-9460-CBA7-E92E-F82C2FAEFAB7}"/>
              </a:ext>
            </a:extLst>
          </p:cNvPr>
          <p:cNvSpPr/>
          <p:nvPr/>
        </p:nvSpPr>
        <p:spPr>
          <a:xfrm>
            <a:off x="8323483" y="1507747"/>
            <a:ext cx="820517" cy="3833400"/>
          </a:xfrm>
          <a:prstGeom prst="rect">
            <a:avLst/>
          </a:prstGeom>
          <a:solidFill>
            <a:srgbClr val="262626"/>
          </a:solidFill>
          <a:ln>
            <a:noFill/>
          </a:ln>
        </p:spPr>
        <p:txBody>
          <a:bodyPr spcFirstLastPara="1" wrap="square" lIns="91425" tIns="91425" rIns="91425" bIns="91425" anchor="ctr" anchorCtr="0">
            <a:noAutofit/>
          </a:bodyPr>
          <a:lstStyle/>
          <a:p>
            <a:pPr algn="ctr"/>
            <a:endParaRPr>
              <a:latin typeface="Nunito Sans"/>
              <a:ea typeface="Nunito Sans"/>
              <a:cs typeface="Nunito Sans"/>
              <a:sym typeface="Nunito Sans"/>
            </a:endParaRPr>
          </a:p>
        </p:txBody>
      </p:sp>
      <p:sp>
        <p:nvSpPr>
          <p:cNvPr id="4" name="Google Shape;489;p68">
            <a:extLst>
              <a:ext uri="{FF2B5EF4-FFF2-40B4-BE49-F238E27FC236}">
                <a16:creationId xmlns:a16="http://schemas.microsoft.com/office/drawing/2014/main" id="{100F1B54-352C-2E4F-F42C-A21A1B6E5E92}"/>
              </a:ext>
            </a:extLst>
          </p:cNvPr>
          <p:cNvSpPr txBox="1"/>
          <p:nvPr/>
        </p:nvSpPr>
        <p:spPr>
          <a:xfrm>
            <a:off x="4672233" y="2588097"/>
            <a:ext cx="4528500" cy="484500"/>
          </a:xfrm>
          <a:prstGeom prst="rect">
            <a:avLst/>
          </a:prstGeom>
          <a:noFill/>
          <a:ln>
            <a:noFill/>
          </a:ln>
        </p:spPr>
        <p:txBody>
          <a:bodyPr spcFirstLastPara="1" wrap="square" lIns="91425" tIns="91425" rIns="91425" bIns="91425" anchor="t" anchorCtr="0">
            <a:noAutofit/>
          </a:bodyPr>
          <a:lstStyle/>
          <a:p>
            <a:pPr>
              <a:lnSpc>
                <a:spcPct val="90000"/>
              </a:lnSpc>
              <a:spcBef>
                <a:spcPts val="200"/>
              </a:spcBef>
            </a:pPr>
            <a:r>
              <a:rPr lang="en" sz="1600" dirty="0">
                <a:solidFill>
                  <a:srgbClr val="FFD029"/>
                </a:solidFill>
                <a:latin typeface="Nunito Sans"/>
                <a:ea typeface="Nunito Sans"/>
                <a:cs typeface="Nunito Sans"/>
                <a:sym typeface="Nunito Sans"/>
              </a:rPr>
              <a:t>Skill: Convert between mass and particles (atoms, molecules or fm. un.). </a:t>
            </a:r>
            <a:endParaRPr sz="1000" dirty="0">
              <a:solidFill>
                <a:srgbClr val="FFD029"/>
              </a:solidFill>
              <a:latin typeface="Nunito Sans"/>
              <a:ea typeface="Nunito Sans"/>
              <a:cs typeface="Nunito Sans"/>
              <a:sym typeface="Nunito Sans"/>
            </a:endParaRPr>
          </a:p>
        </p:txBody>
      </p:sp>
      <p:sp>
        <p:nvSpPr>
          <p:cNvPr id="5" name="Google Shape;490;p68">
            <a:extLst>
              <a:ext uri="{FF2B5EF4-FFF2-40B4-BE49-F238E27FC236}">
                <a16:creationId xmlns:a16="http://schemas.microsoft.com/office/drawing/2014/main" id="{B5C52793-FA96-9239-7CE4-AA71C73DCA96}"/>
              </a:ext>
            </a:extLst>
          </p:cNvPr>
          <p:cNvSpPr txBox="1"/>
          <p:nvPr/>
        </p:nvSpPr>
        <p:spPr>
          <a:xfrm>
            <a:off x="4672233" y="3733747"/>
            <a:ext cx="4528500" cy="484500"/>
          </a:xfrm>
          <a:prstGeom prst="rect">
            <a:avLst/>
          </a:prstGeom>
          <a:noFill/>
          <a:ln>
            <a:noFill/>
          </a:ln>
        </p:spPr>
        <p:txBody>
          <a:bodyPr spcFirstLastPara="1" wrap="square" lIns="91425" tIns="91425" rIns="91425" bIns="91425" anchor="t" anchorCtr="0">
            <a:noAutofit/>
          </a:bodyPr>
          <a:lstStyle/>
          <a:p>
            <a:pPr>
              <a:lnSpc>
                <a:spcPct val="90000"/>
              </a:lnSpc>
              <a:spcBef>
                <a:spcPts val="200"/>
              </a:spcBef>
            </a:pPr>
            <a:r>
              <a:rPr lang="en" sz="1600" dirty="0">
                <a:solidFill>
                  <a:srgbClr val="FFD029"/>
                </a:solidFill>
                <a:latin typeface="Nunito Sans"/>
                <a:ea typeface="Nunito Sans"/>
                <a:cs typeface="Nunito Sans"/>
                <a:sym typeface="Nunito Sans"/>
              </a:rPr>
              <a:t>Skill: Convert between mass and particles (atoms, molecules or fm. un.). </a:t>
            </a:r>
            <a:endParaRPr sz="1000" dirty="0">
              <a:solidFill>
                <a:srgbClr val="FFD029"/>
              </a:solidFill>
              <a:latin typeface="Nunito Sans"/>
              <a:ea typeface="Nunito Sans"/>
              <a:cs typeface="Nunito Sans"/>
              <a:sym typeface="Nunito Sans"/>
            </a:endParaRPr>
          </a:p>
        </p:txBody>
      </p:sp>
      <p:sp>
        <p:nvSpPr>
          <p:cNvPr id="6" name="Google Shape;491;p68">
            <a:extLst>
              <a:ext uri="{FF2B5EF4-FFF2-40B4-BE49-F238E27FC236}">
                <a16:creationId xmlns:a16="http://schemas.microsoft.com/office/drawing/2014/main" id="{42A516E5-9A4F-CE9D-0F56-8E644C3DB946}"/>
              </a:ext>
            </a:extLst>
          </p:cNvPr>
          <p:cNvSpPr txBox="1"/>
          <p:nvPr/>
        </p:nvSpPr>
        <p:spPr>
          <a:xfrm>
            <a:off x="4672233" y="4675672"/>
            <a:ext cx="4528500" cy="484500"/>
          </a:xfrm>
          <a:prstGeom prst="rect">
            <a:avLst/>
          </a:prstGeom>
          <a:noFill/>
          <a:ln>
            <a:noFill/>
          </a:ln>
        </p:spPr>
        <p:txBody>
          <a:bodyPr spcFirstLastPara="1" wrap="square" lIns="91425" tIns="91425" rIns="91425" bIns="91425" anchor="t" anchorCtr="0">
            <a:noAutofit/>
          </a:bodyPr>
          <a:lstStyle/>
          <a:p>
            <a:pPr>
              <a:lnSpc>
                <a:spcPct val="90000"/>
              </a:lnSpc>
              <a:spcBef>
                <a:spcPts val="200"/>
              </a:spcBef>
            </a:pPr>
            <a:r>
              <a:rPr lang="en" sz="1600" dirty="0">
                <a:solidFill>
                  <a:srgbClr val="FFD029"/>
                </a:solidFill>
                <a:latin typeface="Nunito Sans"/>
                <a:ea typeface="Nunito Sans"/>
                <a:cs typeface="Nunito Sans"/>
                <a:sym typeface="Nunito Sans"/>
              </a:rPr>
              <a:t>Skill: Convert between mass and particles (atoms, molecules or fm. un.). </a:t>
            </a:r>
            <a:endParaRPr sz="1000" dirty="0">
              <a:solidFill>
                <a:srgbClr val="FFD029"/>
              </a:solidFill>
              <a:latin typeface="Nunito Sans"/>
              <a:ea typeface="Nunito Sans"/>
              <a:cs typeface="Nunito Sans"/>
              <a:sym typeface="Nunito Sans"/>
            </a:endParaRPr>
          </a:p>
        </p:txBody>
      </p:sp>
      <p:sp>
        <p:nvSpPr>
          <p:cNvPr id="8" name="Google Shape;466;p66">
            <a:extLst>
              <a:ext uri="{FF2B5EF4-FFF2-40B4-BE49-F238E27FC236}">
                <a16:creationId xmlns:a16="http://schemas.microsoft.com/office/drawing/2014/main" id="{B681D46E-B22B-D590-AC94-9F95CE7CFAE5}"/>
              </a:ext>
            </a:extLst>
          </p:cNvPr>
          <p:cNvSpPr txBox="1"/>
          <p:nvPr/>
        </p:nvSpPr>
        <p:spPr>
          <a:xfrm>
            <a:off x="143888" y="1724487"/>
            <a:ext cx="2269528" cy="1057506"/>
          </a:xfrm>
          <a:prstGeom prst="rect">
            <a:avLst/>
          </a:prstGeom>
          <a:noFill/>
          <a:ln w="19050" cap="flat" cmpd="sng">
            <a:solidFill>
              <a:schemeClr val="accent6"/>
            </a:solidFill>
            <a:prstDash val="solid"/>
            <a:round/>
            <a:headEnd type="none" w="sm" len="sm"/>
            <a:tailEnd type="none" w="sm" len="sm"/>
          </a:ln>
        </p:spPr>
        <p:txBody>
          <a:bodyPr spcFirstLastPara="1" wrap="square" lIns="91425" tIns="91425" rIns="91425" bIns="91425" anchor="t" anchorCtr="0">
            <a:noAutofit/>
          </a:bodyPr>
          <a:lstStyle/>
          <a:p>
            <a:r>
              <a:rPr lang="en" sz="1800" dirty="0">
                <a:solidFill>
                  <a:schemeClr val="bg1"/>
                </a:solidFill>
              </a:rPr>
              <a:t>Timestamped student interactions with courseware</a:t>
            </a:r>
            <a:endParaRPr sz="1800" dirty="0">
              <a:solidFill>
                <a:schemeClr val="bg1"/>
              </a:solidFill>
            </a:endParaRPr>
          </a:p>
        </p:txBody>
      </p:sp>
      <p:cxnSp>
        <p:nvCxnSpPr>
          <p:cNvPr id="9" name="Google Shape;469;p66">
            <a:extLst>
              <a:ext uri="{FF2B5EF4-FFF2-40B4-BE49-F238E27FC236}">
                <a16:creationId xmlns:a16="http://schemas.microsoft.com/office/drawing/2014/main" id="{D5F5A4BE-C253-5BDB-F1C3-1503A7E67268}"/>
              </a:ext>
            </a:extLst>
          </p:cNvPr>
          <p:cNvCxnSpPr>
            <a:cxnSpLocks/>
            <a:stCxn id="8" idx="2"/>
          </p:cNvCxnSpPr>
          <p:nvPr/>
        </p:nvCxnSpPr>
        <p:spPr>
          <a:xfrm>
            <a:off x="1278652" y="2781993"/>
            <a:ext cx="0" cy="773490"/>
          </a:xfrm>
          <a:prstGeom prst="straightConnector1">
            <a:avLst/>
          </a:prstGeom>
          <a:noFill/>
          <a:ln w="22225" cap="flat" cmpd="sng">
            <a:solidFill>
              <a:schemeClr val="bg1"/>
            </a:solidFill>
            <a:prstDash val="solid"/>
            <a:round/>
            <a:headEnd type="none" w="med" len="med"/>
            <a:tailEnd type="stealth" w="med" len="med"/>
          </a:ln>
        </p:spPr>
      </p:cxnSp>
      <p:sp>
        <p:nvSpPr>
          <p:cNvPr id="12" name="Google Shape;467;p66">
            <a:extLst>
              <a:ext uri="{FF2B5EF4-FFF2-40B4-BE49-F238E27FC236}">
                <a16:creationId xmlns:a16="http://schemas.microsoft.com/office/drawing/2014/main" id="{5486683E-C774-63F4-A0A4-A4B17B8CBBBE}"/>
              </a:ext>
            </a:extLst>
          </p:cNvPr>
          <p:cNvSpPr txBox="1"/>
          <p:nvPr/>
        </p:nvSpPr>
        <p:spPr>
          <a:xfrm>
            <a:off x="227316" y="3555480"/>
            <a:ext cx="2186100" cy="1276200"/>
          </a:xfrm>
          <a:prstGeom prst="rect">
            <a:avLst/>
          </a:prstGeom>
          <a:noFill/>
          <a:ln w="19050" cap="flat" cmpd="sng">
            <a:solidFill>
              <a:schemeClr val="accent6"/>
            </a:solidFill>
            <a:prstDash val="solid"/>
            <a:round/>
            <a:headEnd type="none" w="sm" len="sm"/>
            <a:tailEnd type="none" w="sm" len="sm"/>
          </a:ln>
        </p:spPr>
        <p:txBody>
          <a:bodyPr spcFirstLastPara="1" wrap="square" lIns="91425" tIns="91425" rIns="91425" bIns="91425" anchor="t" anchorCtr="0">
            <a:noAutofit/>
          </a:bodyPr>
          <a:lstStyle/>
          <a:p>
            <a:r>
              <a:rPr lang="en" sz="1800" dirty="0">
                <a:solidFill>
                  <a:schemeClr val="bg1"/>
                </a:solidFill>
              </a:rPr>
              <a:t>Trace of student interactions with Knowledge Components (KCs) </a:t>
            </a:r>
            <a:endParaRPr sz="1800" dirty="0">
              <a:solidFill>
                <a:schemeClr val="bg1"/>
              </a:solidFill>
            </a:endParaRPr>
          </a:p>
        </p:txBody>
      </p:sp>
    </p:spTree>
    <p:extLst>
      <p:ext uri="{BB962C8B-B14F-4D97-AF65-F5344CB8AC3E}">
        <p14:creationId xmlns:p14="http://schemas.microsoft.com/office/powerpoint/2010/main" val="34529916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show="0">
  <p:cSld>
    <p:spTree>
      <p:nvGrpSpPr>
        <p:cNvPr id="1" name="Shape 286"/>
        <p:cNvGrpSpPr/>
        <p:nvPr/>
      </p:nvGrpSpPr>
      <p:grpSpPr>
        <a:xfrm>
          <a:off x="0" y="0"/>
          <a:ext cx="0" cy="0"/>
          <a:chOff x="0" y="0"/>
          <a:chExt cx="0" cy="0"/>
        </a:xfrm>
      </p:grpSpPr>
      <p:pic>
        <p:nvPicPr>
          <p:cNvPr id="6" name="Picture 5">
            <a:extLst>
              <a:ext uri="{FF2B5EF4-FFF2-40B4-BE49-F238E27FC236}">
                <a16:creationId xmlns:a16="http://schemas.microsoft.com/office/drawing/2014/main" id="{80592E49-4634-2C07-5B37-CDAB74A2DC1F}"/>
              </a:ext>
            </a:extLst>
          </p:cNvPr>
          <p:cNvPicPr>
            <a:picLocks noChangeAspect="1"/>
          </p:cNvPicPr>
          <p:nvPr/>
        </p:nvPicPr>
        <p:blipFill>
          <a:blip r:embed="rId3"/>
          <a:stretch>
            <a:fillRect/>
          </a:stretch>
        </p:blipFill>
        <p:spPr>
          <a:xfrm>
            <a:off x="1740808" y="1364204"/>
            <a:ext cx="7403192" cy="4840548"/>
          </a:xfrm>
          <a:prstGeom prst="rect">
            <a:avLst/>
          </a:prstGeom>
        </p:spPr>
      </p:pic>
      <p:sp>
        <p:nvSpPr>
          <p:cNvPr id="287" name="Google Shape;287;p52"/>
          <p:cNvSpPr txBox="1">
            <a:spLocks noGrp="1"/>
          </p:cNvSpPr>
          <p:nvPr>
            <p:ph type="title"/>
          </p:nvPr>
        </p:nvSpPr>
        <p:spPr>
          <a:xfrm>
            <a:off x="79643" y="92965"/>
            <a:ext cx="8520600" cy="394841"/>
          </a:xfrm>
          <a:prstGeom prst="rect">
            <a:avLst/>
          </a:prstGeom>
        </p:spPr>
        <p:txBody>
          <a:bodyPr spcFirstLastPara="1" wrap="square" lIns="19050" tIns="19050" rIns="19050" bIns="19050" anchor="ctr" anchorCtr="0">
            <a:noAutofit/>
          </a:bodyPr>
          <a:lstStyle/>
          <a:p>
            <a:r>
              <a:rPr lang="en" sz="2800" b="1" dirty="0">
                <a:solidFill>
                  <a:schemeClr val="bg1"/>
                </a:solidFill>
              </a:rPr>
              <a:t>Learning curves</a:t>
            </a:r>
            <a:endParaRPr sz="3600" b="1" dirty="0">
              <a:solidFill>
                <a:schemeClr val="bg1"/>
              </a:solidFill>
              <a:latin typeface="Arial"/>
              <a:ea typeface="Arial"/>
              <a:cs typeface="Arial"/>
              <a:sym typeface="Arial"/>
            </a:endParaRPr>
          </a:p>
        </p:txBody>
      </p:sp>
      <p:grpSp>
        <p:nvGrpSpPr>
          <p:cNvPr id="292" name="Google Shape;292;p52"/>
          <p:cNvGrpSpPr/>
          <p:nvPr/>
        </p:nvGrpSpPr>
        <p:grpSpPr>
          <a:xfrm>
            <a:off x="42533" y="3486149"/>
            <a:ext cx="1722810" cy="1734437"/>
            <a:chOff x="42533" y="2628899"/>
            <a:chExt cx="1722810" cy="1734437"/>
          </a:xfrm>
        </p:grpSpPr>
        <p:sp>
          <p:nvSpPr>
            <p:cNvPr id="293" name="Google Shape;293;p52"/>
            <p:cNvSpPr txBox="1"/>
            <p:nvPr/>
          </p:nvSpPr>
          <p:spPr>
            <a:xfrm>
              <a:off x="42533" y="3090703"/>
              <a:ext cx="1722810" cy="1272633"/>
            </a:xfrm>
            <a:prstGeom prst="rect">
              <a:avLst/>
            </a:prstGeom>
            <a:noFill/>
            <a:ln>
              <a:solidFill>
                <a:schemeClr val="bg1"/>
              </a:solidFill>
            </a:ln>
          </p:spPr>
          <p:txBody>
            <a:bodyPr spcFirstLastPara="1" wrap="square" lIns="91425" tIns="91425" rIns="91425" bIns="91425" anchor="t" anchorCtr="0">
              <a:noAutofit/>
            </a:bodyPr>
            <a:lstStyle/>
            <a:p>
              <a:pPr>
                <a:lnSpc>
                  <a:spcPct val="105000"/>
                </a:lnSpc>
                <a:spcAft>
                  <a:spcPts val="1200"/>
                </a:spcAft>
              </a:pPr>
              <a:r>
                <a:rPr lang="en" sz="1600" dirty="0">
                  <a:solidFill>
                    <a:schemeClr val="bg1"/>
                  </a:solidFill>
                </a:rPr>
                <a:t>Log odds of correct response without requesting a hint</a:t>
              </a:r>
              <a:endParaRPr sz="1600" dirty="0">
                <a:solidFill>
                  <a:schemeClr val="bg1"/>
                </a:solidFill>
              </a:endParaRPr>
            </a:p>
          </p:txBody>
        </p:sp>
        <p:cxnSp>
          <p:nvCxnSpPr>
            <p:cNvPr id="294" name="Google Shape;294;p52"/>
            <p:cNvCxnSpPr>
              <a:cxnSpLocks/>
            </p:cNvCxnSpPr>
            <p:nvPr/>
          </p:nvCxnSpPr>
          <p:spPr>
            <a:xfrm flipV="1">
              <a:off x="1069053" y="2628899"/>
              <a:ext cx="671755" cy="461804"/>
            </a:xfrm>
            <a:prstGeom prst="straightConnector1">
              <a:avLst/>
            </a:prstGeom>
            <a:noFill/>
            <a:ln w="9525" cap="flat" cmpd="sng">
              <a:solidFill>
                <a:schemeClr val="bg1"/>
              </a:solidFill>
              <a:prstDash val="solid"/>
              <a:round/>
              <a:headEnd type="none" w="med" len="med"/>
              <a:tailEnd type="triangle" w="med" len="med"/>
            </a:ln>
          </p:spPr>
        </p:cxnSp>
      </p:grpSp>
      <p:sp>
        <p:nvSpPr>
          <p:cNvPr id="295" name="Google Shape;295;p52"/>
          <p:cNvSpPr txBox="1"/>
          <p:nvPr/>
        </p:nvSpPr>
        <p:spPr>
          <a:xfrm>
            <a:off x="159057" y="648890"/>
            <a:ext cx="8782923" cy="572699"/>
          </a:xfrm>
          <a:prstGeom prst="rect">
            <a:avLst/>
          </a:prstGeom>
          <a:noFill/>
          <a:ln>
            <a:noFill/>
          </a:ln>
        </p:spPr>
        <p:txBody>
          <a:bodyPr spcFirstLastPara="1" wrap="square" lIns="91425" tIns="91425" rIns="91425" bIns="91425" anchor="t" anchorCtr="0">
            <a:noAutofit/>
          </a:bodyPr>
          <a:lstStyle/>
          <a:p>
            <a:r>
              <a:rPr lang="en" sz="2800" dirty="0">
                <a:solidFill>
                  <a:schemeClr val="bg1"/>
                </a:solidFill>
                <a:latin typeface="Nunito Sans"/>
                <a:ea typeface="Nunito Sans"/>
                <a:cs typeface="Nunito Sans"/>
                <a:sym typeface="Nunito Sans"/>
              </a:rPr>
              <a:t>P = (initial knowledge) + (learning rate) × opportunity</a:t>
            </a:r>
            <a:endParaRPr sz="2800" dirty="0">
              <a:solidFill>
                <a:schemeClr val="bg1"/>
              </a:solidFill>
              <a:latin typeface="Nunito Sans"/>
              <a:ea typeface="Nunito Sans"/>
              <a:cs typeface="Nunito Sans"/>
              <a:sym typeface="Nunito Sans"/>
            </a:endParaRPr>
          </a:p>
        </p:txBody>
      </p:sp>
      <p:sp>
        <p:nvSpPr>
          <p:cNvPr id="10" name="TextBox 9">
            <a:extLst>
              <a:ext uri="{FF2B5EF4-FFF2-40B4-BE49-F238E27FC236}">
                <a16:creationId xmlns:a16="http://schemas.microsoft.com/office/drawing/2014/main" id="{FF1638C2-3417-AEDC-FC5D-C7B68DCEFDD2}"/>
              </a:ext>
            </a:extLst>
          </p:cNvPr>
          <p:cNvSpPr txBox="1"/>
          <p:nvPr/>
        </p:nvSpPr>
        <p:spPr>
          <a:xfrm>
            <a:off x="2669440" y="4795784"/>
            <a:ext cx="1840568" cy="338554"/>
          </a:xfrm>
          <a:prstGeom prst="rect">
            <a:avLst/>
          </a:prstGeom>
          <a:noFill/>
        </p:spPr>
        <p:txBody>
          <a:bodyPr wrap="none" rtlCol="0">
            <a:spAutoFit/>
          </a:bodyPr>
          <a:lstStyle/>
          <a:p>
            <a:r>
              <a:rPr lang="en-US" sz="1600" b="1" dirty="0"/>
              <a:t>Initial knowledge</a:t>
            </a:r>
          </a:p>
        </p:txBody>
      </p:sp>
      <p:sp>
        <p:nvSpPr>
          <p:cNvPr id="11" name="TextBox 10">
            <a:extLst>
              <a:ext uri="{FF2B5EF4-FFF2-40B4-BE49-F238E27FC236}">
                <a16:creationId xmlns:a16="http://schemas.microsoft.com/office/drawing/2014/main" id="{076ACC38-F4CB-3B4A-E920-A0235608CDF6}"/>
              </a:ext>
            </a:extLst>
          </p:cNvPr>
          <p:cNvSpPr txBox="1"/>
          <p:nvPr/>
        </p:nvSpPr>
        <p:spPr>
          <a:xfrm>
            <a:off x="4898214" y="3551902"/>
            <a:ext cx="1484702" cy="338554"/>
          </a:xfrm>
          <a:prstGeom prst="rect">
            <a:avLst/>
          </a:prstGeom>
          <a:noFill/>
        </p:spPr>
        <p:txBody>
          <a:bodyPr wrap="none" rtlCol="0">
            <a:spAutoFit/>
          </a:bodyPr>
          <a:lstStyle/>
          <a:p>
            <a:r>
              <a:rPr lang="en-US" sz="1600" b="1" dirty="0"/>
              <a:t>Learning rate</a:t>
            </a:r>
          </a:p>
        </p:txBody>
      </p:sp>
      <p:cxnSp>
        <p:nvCxnSpPr>
          <p:cNvPr id="16" name="Straight Connector 15">
            <a:extLst>
              <a:ext uri="{FF2B5EF4-FFF2-40B4-BE49-F238E27FC236}">
                <a16:creationId xmlns:a16="http://schemas.microsoft.com/office/drawing/2014/main" id="{18796F6B-CDA6-1874-DF20-1333C221239B}"/>
              </a:ext>
            </a:extLst>
          </p:cNvPr>
          <p:cNvCxnSpPr>
            <a:cxnSpLocks/>
          </p:cNvCxnSpPr>
          <p:nvPr/>
        </p:nvCxnSpPr>
        <p:spPr>
          <a:xfrm flipV="1">
            <a:off x="4907709" y="3654536"/>
            <a:ext cx="0" cy="437670"/>
          </a:xfrm>
          <a:prstGeom prst="line">
            <a:avLst/>
          </a:prstGeom>
          <a:ln w="19050" cap="flat" cmpd="sng" algn="ctr">
            <a:solidFill>
              <a:schemeClr val="accent1"/>
            </a:solidFill>
            <a:prstDash val="sysDot"/>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90" name="Google Shape;290;p52"/>
          <p:cNvSpPr txBox="1"/>
          <p:nvPr/>
        </p:nvSpPr>
        <p:spPr>
          <a:xfrm>
            <a:off x="3674855" y="6155886"/>
            <a:ext cx="5049316" cy="979800"/>
          </a:xfrm>
          <a:prstGeom prst="rect">
            <a:avLst/>
          </a:prstGeom>
          <a:noFill/>
          <a:ln>
            <a:noFill/>
          </a:ln>
        </p:spPr>
        <p:txBody>
          <a:bodyPr spcFirstLastPara="1" wrap="square" lIns="91425" tIns="91425" rIns="91425" bIns="91425" anchor="t" anchorCtr="0">
            <a:normAutofit/>
          </a:bodyPr>
          <a:lstStyle/>
          <a:p>
            <a:pPr>
              <a:lnSpc>
                <a:spcPct val="105000"/>
              </a:lnSpc>
              <a:spcAft>
                <a:spcPts val="1200"/>
              </a:spcAft>
            </a:pPr>
            <a:r>
              <a:rPr lang="en" dirty="0">
                <a:solidFill>
                  <a:schemeClr val="bg1"/>
                </a:solidFill>
              </a:rPr>
              <a:t>Previous questions the learner has engaged with that KC</a:t>
            </a:r>
            <a:endParaRPr dirty="0">
              <a:solidFill>
                <a:schemeClr val="bg1"/>
              </a:solidFill>
            </a:endParaRPr>
          </a:p>
        </p:txBody>
      </p:sp>
      <p:sp>
        <p:nvSpPr>
          <p:cNvPr id="27" name="TextBox 26">
            <a:extLst>
              <a:ext uri="{FF2B5EF4-FFF2-40B4-BE49-F238E27FC236}">
                <a16:creationId xmlns:a16="http://schemas.microsoft.com/office/drawing/2014/main" id="{47784704-9C8A-E271-B36B-FB29F85EF983}"/>
              </a:ext>
            </a:extLst>
          </p:cNvPr>
          <p:cNvSpPr txBox="1"/>
          <p:nvPr/>
        </p:nvSpPr>
        <p:spPr>
          <a:xfrm>
            <a:off x="179800" y="6545826"/>
            <a:ext cx="8964200" cy="246221"/>
          </a:xfrm>
          <a:prstGeom prst="rect">
            <a:avLst/>
          </a:prstGeom>
          <a:noFill/>
        </p:spPr>
        <p:txBody>
          <a:bodyPr wrap="square">
            <a:spAutoFit/>
          </a:bodyPr>
          <a:lstStyle/>
          <a:p>
            <a:pPr>
              <a:buNone/>
            </a:pPr>
            <a:r>
              <a:rPr lang="en-US" sz="1000" dirty="0">
                <a:solidFill>
                  <a:schemeClr val="bg1"/>
                </a:solidFill>
              </a:rPr>
              <a:t>Koedinger, K. R. et al. An Astonishing Regularity in Student Learning Rate. </a:t>
            </a:r>
            <a:r>
              <a:rPr lang="en-US" sz="1000" i="1" dirty="0">
                <a:solidFill>
                  <a:schemeClr val="bg1"/>
                </a:solidFill>
              </a:rPr>
              <a:t>PNAS</a:t>
            </a:r>
            <a:r>
              <a:rPr lang="en-US" sz="1000" dirty="0">
                <a:solidFill>
                  <a:schemeClr val="bg1"/>
                </a:solidFill>
              </a:rPr>
              <a:t> </a:t>
            </a:r>
            <a:r>
              <a:rPr lang="en-US" sz="1000" b="1" dirty="0">
                <a:solidFill>
                  <a:schemeClr val="bg1"/>
                </a:solidFill>
              </a:rPr>
              <a:t>2023</a:t>
            </a:r>
            <a:r>
              <a:rPr lang="en-US" sz="1000" dirty="0">
                <a:solidFill>
                  <a:schemeClr val="bg1"/>
                </a:solidFill>
              </a:rPr>
              <a:t>, </a:t>
            </a:r>
            <a:r>
              <a:rPr lang="en-US" sz="1000" i="1" dirty="0">
                <a:solidFill>
                  <a:schemeClr val="bg1"/>
                </a:solidFill>
              </a:rPr>
              <a:t>120</a:t>
            </a:r>
            <a:r>
              <a:rPr lang="en-US" sz="1000" dirty="0">
                <a:solidFill>
                  <a:schemeClr val="bg1"/>
                </a:solidFill>
              </a:rPr>
              <a:t> (13), e2221311120. </a:t>
            </a:r>
            <a:r>
              <a:rPr lang="en-US" sz="1000" dirty="0">
                <a:solidFill>
                  <a:schemeClr val="bg1"/>
                </a:solidFill>
                <a:hlinkClick r:id="rId4">
                  <a:extLst>
                    <a:ext uri="{A12FA001-AC4F-418D-AE19-62706E023703}">
                      <ahyp:hlinkClr xmlns:ahyp="http://schemas.microsoft.com/office/drawing/2018/hyperlinkcolor" val="tx"/>
                    </a:ext>
                  </a:extLst>
                </a:hlinkClick>
              </a:rPr>
              <a:t>https://doi.org/10.1073/pnas.2221311120</a:t>
            </a:r>
            <a:r>
              <a:rPr lang="en-US" sz="1000" dirty="0">
                <a:solidFill>
                  <a:schemeClr val="bg1"/>
                </a:solidFill>
              </a:rPr>
              <a:t>.</a:t>
            </a:r>
          </a:p>
        </p:txBody>
      </p:sp>
      <p:cxnSp>
        <p:nvCxnSpPr>
          <p:cNvPr id="15" name="Straight Connector 14">
            <a:extLst>
              <a:ext uri="{FF2B5EF4-FFF2-40B4-BE49-F238E27FC236}">
                <a16:creationId xmlns:a16="http://schemas.microsoft.com/office/drawing/2014/main" id="{31AAD0EE-939E-2356-4E37-F230250EC027}"/>
              </a:ext>
            </a:extLst>
          </p:cNvPr>
          <p:cNvCxnSpPr>
            <a:cxnSpLocks/>
          </p:cNvCxnSpPr>
          <p:nvPr/>
        </p:nvCxnSpPr>
        <p:spPr>
          <a:xfrm flipH="1">
            <a:off x="4112308" y="4092206"/>
            <a:ext cx="795401" cy="0"/>
          </a:xfrm>
          <a:prstGeom prst="line">
            <a:avLst/>
          </a:prstGeom>
          <a:ln w="15875"/>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3F81A-6C19-FA85-98AA-351211BB8D65}"/>
              </a:ext>
            </a:extLst>
          </p:cNvPr>
          <p:cNvSpPr>
            <a:spLocks noGrp="1"/>
          </p:cNvSpPr>
          <p:nvPr>
            <p:ph type="title"/>
          </p:nvPr>
        </p:nvSpPr>
        <p:spPr>
          <a:xfrm>
            <a:off x="311700" y="225955"/>
            <a:ext cx="8520600" cy="763600"/>
          </a:xfrm>
        </p:spPr>
        <p:txBody>
          <a:bodyPr>
            <a:noAutofit/>
          </a:bodyPr>
          <a:lstStyle/>
          <a:p>
            <a:r>
              <a:rPr lang="en-US" dirty="0">
                <a:solidFill>
                  <a:schemeClr val="bg1"/>
                </a:solidFill>
              </a:rPr>
              <a:t>1. Items vary widely in difficulty within the same skill (KC)</a:t>
            </a:r>
          </a:p>
        </p:txBody>
      </p:sp>
      <p:sp>
        <p:nvSpPr>
          <p:cNvPr id="3" name="Text Placeholder 2">
            <a:extLst>
              <a:ext uri="{FF2B5EF4-FFF2-40B4-BE49-F238E27FC236}">
                <a16:creationId xmlns:a16="http://schemas.microsoft.com/office/drawing/2014/main" id="{264779F5-55B4-A9B0-C138-ADB8165C499B}"/>
              </a:ext>
            </a:extLst>
          </p:cNvPr>
          <p:cNvSpPr>
            <a:spLocks noGrp="1"/>
          </p:cNvSpPr>
          <p:nvPr>
            <p:ph type="body" idx="1"/>
          </p:nvPr>
        </p:nvSpPr>
        <p:spPr/>
        <p:txBody>
          <a:bodyPr/>
          <a:lstStyle/>
          <a:p>
            <a:endParaRPr lang="en-US"/>
          </a:p>
        </p:txBody>
      </p:sp>
      <p:pic>
        <p:nvPicPr>
          <p:cNvPr id="6" name="Picture 5">
            <a:extLst>
              <a:ext uri="{FF2B5EF4-FFF2-40B4-BE49-F238E27FC236}">
                <a16:creationId xmlns:a16="http://schemas.microsoft.com/office/drawing/2014/main" id="{3F41A832-F224-B06D-1D7C-5445FCDE858F}"/>
              </a:ext>
            </a:extLst>
          </p:cNvPr>
          <p:cNvPicPr>
            <a:picLocks noChangeAspect="1"/>
          </p:cNvPicPr>
          <p:nvPr/>
        </p:nvPicPr>
        <p:blipFill>
          <a:blip r:embed="rId2"/>
          <a:stretch>
            <a:fillRect/>
          </a:stretch>
        </p:blipFill>
        <p:spPr>
          <a:xfrm>
            <a:off x="166136" y="1396995"/>
            <a:ext cx="8811727" cy="5040343"/>
          </a:xfrm>
          <a:prstGeom prst="rect">
            <a:avLst/>
          </a:prstGeom>
        </p:spPr>
      </p:pic>
    </p:spTree>
    <p:extLst>
      <p:ext uri="{BB962C8B-B14F-4D97-AF65-F5344CB8AC3E}">
        <p14:creationId xmlns:p14="http://schemas.microsoft.com/office/powerpoint/2010/main" val="303733882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FFACB-036B-9692-E08E-B4078540BBC0}"/>
              </a:ext>
            </a:extLst>
          </p:cNvPr>
          <p:cNvSpPr>
            <a:spLocks noGrp="1"/>
          </p:cNvSpPr>
          <p:nvPr>
            <p:ph type="title"/>
          </p:nvPr>
        </p:nvSpPr>
        <p:spPr/>
        <p:txBody>
          <a:bodyPr>
            <a:normAutofit/>
          </a:bodyPr>
          <a:lstStyle/>
          <a:p>
            <a:r>
              <a:rPr lang="en-US" sz="2400" dirty="0">
                <a:solidFill>
                  <a:schemeClr val="bg1"/>
                </a:solidFill>
              </a:rPr>
              <a:t>First-attempt accuracy is much higher on checkpoints</a:t>
            </a:r>
          </a:p>
        </p:txBody>
      </p:sp>
      <p:sp>
        <p:nvSpPr>
          <p:cNvPr id="4" name="Text Placeholder 3">
            <a:extLst>
              <a:ext uri="{FF2B5EF4-FFF2-40B4-BE49-F238E27FC236}">
                <a16:creationId xmlns:a16="http://schemas.microsoft.com/office/drawing/2014/main" id="{554268AB-9A17-69B9-DE52-9EE6C0304C2C}"/>
              </a:ext>
            </a:extLst>
          </p:cNvPr>
          <p:cNvSpPr>
            <a:spLocks noGrp="1"/>
          </p:cNvSpPr>
          <p:nvPr>
            <p:ph type="body" idx="1"/>
          </p:nvPr>
        </p:nvSpPr>
        <p:spPr/>
        <p:txBody>
          <a:bodyPr/>
          <a:lstStyle/>
          <a:p>
            <a:endParaRPr lang="en-US"/>
          </a:p>
        </p:txBody>
      </p:sp>
      <p:pic>
        <p:nvPicPr>
          <p:cNvPr id="14" name="Picture 13">
            <a:extLst>
              <a:ext uri="{FF2B5EF4-FFF2-40B4-BE49-F238E27FC236}">
                <a16:creationId xmlns:a16="http://schemas.microsoft.com/office/drawing/2014/main" id="{E2D7E11D-31B4-DAF2-BDA1-01C34464F956}"/>
              </a:ext>
            </a:extLst>
          </p:cNvPr>
          <p:cNvPicPr>
            <a:picLocks noChangeAspect="1"/>
          </p:cNvPicPr>
          <p:nvPr/>
        </p:nvPicPr>
        <p:blipFill>
          <a:blip r:embed="rId2"/>
          <a:srcRect r="46836"/>
          <a:stretch>
            <a:fillRect/>
          </a:stretch>
        </p:blipFill>
        <p:spPr>
          <a:xfrm>
            <a:off x="162844" y="1499289"/>
            <a:ext cx="4710239" cy="3859421"/>
          </a:xfrm>
          <a:prstGeom prst="rect">
            <a:avLst/>
          </a:prstGeom>
        </p:spPr>
      </p:pic>
      <p:sp>
        <p:nvSpPr>
          <p:cNvPr id="3" name="TextBox 2">
            <a:extLst>
              <a:ext uri="{FF2B5EF4-FFF2-40B4-BE49-F238E27FC236}">
                <a16:creationId xmlns:a16="http://schemas.microsoft.com/office/drawing/2014/main" id="{7C551DC1-D440-53FB-5110-550114A654B7}"/>
              </a:ext>
            </a:extLst>
          </p:cNvPr>
          <p:cNvSpPr txBox="1"/>
          <p:nvPr/>
        </p:nvSpPr>
        <p:spPr>
          <a:xfrm>
            <a:off x="1396715" y="1522711"/>
            <a:ext cx="3327685" cy="369332"/>
          </a:xfrm>
          <a:prstGeom prst="rect">
            <a:avLst/>
          </a:prstGeom>
          <a:solidFill>
            <a:schemeClr val="bg1"/>
          </a:solidFill>
        </p:spPr>
        <p:txBody>
          <a:bodyPr wrap="square" rtlCol="0">
            <a:spAutoFit/>
          </a:bodyPr>
          <a:lstStyle/>
          <a:p>
            <a:r>
              <a:rPr lang="en-US" sz="1800" b="1" dirty="0"/>
              <a:t>First exposure to skill (KC)</a:t>
            </a:r>
          </a:p>
        </p:txBody>
      </p:sp>
    </p:spTree>
    <p:extLst>
      <p:ext uri="{BB962C8B-B14F-4D97-AF65-F5344CB8AC3E}">
        <p14:creationId xmlns:p14="http://schemas.microsoft.com/office/powerpoint/2010/main" val="19259850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5261C8D-2DA4-1553-19F4-11ECD21D45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72525E-9FAB-B344-C5BC-63B903C901F4}"/>
              </a:ext>
            </a:extLst>
          </p:cNvPr>
          <p:cNvSpPr>
            <a:spLocks noGrp="1"/>
          </p:cNvSpPr>
          <p:nvPr>
            <p:ph type="title"/>
          </p:nvPr>
        </p:nvSpPr>
        <p:spPr/>
        <p:txBody>
          <a:bodyPr>
            <a:normAutofit/>
          </a:bodyPr>
          <a:lstStyle/>
          <a:p>
            <a:r>
              <a:rPr lang="en-US" sz="2400" dirty="0">
                <a:solidFill>
                  <a:schemeClr val="bg1"/>
                </a:solidFill>
              </a:rPr>
              <a:t>First-attempt accuracy is much higher on checkpoints</a:t>
            </a:r>
          </a:p>
        </p:txBody>
      </p:sp>
      <p:sp>
        <p:nvSpPr>
          <p:cNvPr id="8" name="Text Placeholder 7">
            <a:extLst>
              <a:ext uri="{FF2B5EF4-FFF2-40B4-BE49-F238E27FC236}">
                <a16:creationId xmlns:a16="http://schemas.microsoft.com/office/drawing/2014/main" id="{361046DA-DC21-7736-4457-97C2DBC06926}"/>
              </a:ext>
            </a:extLst>
          </p:cNvPr>
          <p:cNvSpPr>
            <a:spLocks noGrp="1"/>
          </p:cNvSpPr>
          <p:nvPr>
            <p:ph type="body" idx="1"/>
          </p:nvPr>
        </p:nvSpPr>
        <p:spPr/>
        <p:txBody>
          <a:bodyPr/>
          <a:lstStyle/>
          <a:p>
            <a:endParaRPr lang="en-US" dirty="0"/>
          </a:p>
        </p:txBody>
      </p:sp>
      <p:pic>
        <p:nvPicPr>
          <p:cNvPr id="14" name="Picture 13">
            <a:extLst>
              <a:ext uri="{FF2B5EF4-FFF2-40B4-BE49-F238E27FC236}">
                <a16:creationId xmlns:a16="http://schemas.microsoft.com/office/drawing/2014/main" id="{3A051279-A842-9C76-4F65-20A063F22500}"/>
              </a:ext>
            </a:extLst>
          </p:cNvPr>
          <p:cNvPicPr>
            <a:picLocks noChangeAspect="1"/>
          </p:cNvPicPr>
          <p:nvPr/>
        </p:nvPicPr>
        <p:blipFill>
          <a:blip r:embed="rId2"/>
          <a:srcRect r="46836"/>
          <a:stretch>
            <a:fillRect/>
          </a:stretch>
        </p:blipFill>
        <p:spPr>
          <a:xfrm>
            <a:off x="162844" y="1499289"/>
            <a:ext cx="4710239" cy="3859421"/>
          </a:xfrm>
          <a:prstGeom prst="rect">
            <a:avLst/>
          </a:prstGeom>
        </p:spPr>
      </p:pic>
      <p:pic>
        <p:nvPicPr>
          <p:cNvPr id="4" name="Picture 3">
            <a:extLst>
              <a:ext uri="{FF2B5EF4-FFF2-40B4-BE49-F238E27FC236}">
                <a16:creationId xmlns:a16="http://schemas.microsoft.com/office/drawing/2014/main" id="{58D8C03D-7C45-CDFD-4030-2CDF1A7BC74D}"/>
              </a:ext>
            </a:extLst>
          </p:cNvPr>
          <p:cNvPicPr>
            <a:picLocks noChangeAspect="1"/>
          </p:cNvPicPr>
          <p:nvPr/>
        </p:nvPicPr>
        <p:blipFill>
          <a:blip r:embed="rId3"/>
          <a:stretch>
            <a:fillRect/>
          </a:stretch>
        </p:blipFill>
        <p:spPr>
          <a:xfrm>
            <a:off x="162843" y="1499289"/>
            <a:ext cx="8859887" cy="3859420"/>
          </a:xfrm>
          <a:prstGeom prst="rect">
            <a:avLst/>
          </a:prstGeom>
        </p:spPr>
      </p:pic>
      <p:sp>
        <p:nvSpPr>
          <p:cNvPr id="5" name="TextBox 4">
            <a:extLst>
              <a:ext uri="{FF2B5EF4-FFF2-40B4-BE49-F238E27FC236}">
                <a16:creationId xmlns:a16="http://schemas.microsoft.com/office/drawing/2014/main" id="{15B9EAE1-C752-8777-19DA-A68C42496F90}"/>
              </a:ext>
            </a:extLst>
          </p:cNvPr>
          <p:cNvSpPr txBox="1"/>
          <p:nvPr/>
        </p:nvSpPr>
        <p:spPr>
          <a:xfrm>
            <a:off x="4798253" y="5597912"/>
            <a:ext cx="4270917" cy="830997"/>
          </a:xfrm>
          <a:prstGeom prst="rect">
            <a:avLst/>
          </a:prstGeom>
          <a:noFill/>
        </p:spPr>
        <p:txBody>
          <a:bodyPr wrap="square" rtlCol="0">
            <a:spAutoFit/>
          </a:bodyPr>
          <a:lstStyle/>
          <a:p>
            <a:r>
              <a:rPr lang="en-US" sz="2400" dirty="0">
                <a:solidFill>
                  <a:schemeClr val="bg1"/>
                </a:solidFill>
              </a:rPr>
              <a:t>Students still perform worse on practice after checkpoints</a:t>
            </a:r>
          </a:p>
        </p:txBody>
      </p:sp>
      <p:sp>
        <p:nvSpPr>
          <p:cNvPr id="3" name="Rectangle 2">
            <a:extLst>
              <a:ext uri="{FF2B5EF4-FFF2-40B4-BE49-F238E27FC236}">
                <a16:creationId xmlns:a16="http://schemas.microsoft.com/office/drawing/2014/main" id="{9A9FB9C6-D0C9-C141-B886-89446BA853FE}"/>
              </a:ext>
            </a:extLst>
          </p:cNvPr>
          <p:cNvSpPr/>
          <p:nvPr/>
        </p:nvSpPr>
        <p:spPr>
          <a:xfrm>
            <a:off x="7102549" y="2169042"/>
            <a:ext cx="1878607" cy="306217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9BB5527E-8DC2-A91C-0B2E-BA3782D596FA}"/>
              </a:ext>
            </a:extLst>
          </p:cNvPr>
          <p:cNvSpPr txBox="1"/>
          <p:nvPr/>
        </p:nvSpPr>
        <p:spPr>
          <a:xfrm>
            <a:off x="5503799" y="1389799"/>
            <a:ext cx="3179645" cy="646331"/>
          </a:xfrm>
          <a:prstGeom prst="rect">
            <a:avLst/>
          </a:prstGeom>
          <a:solidFill>
            <a:schemeClr val="bg1"/>
          </a:solidFill>
        </p:spPr>
        <p:txBody>
          <a:bodyPr wrap="square" rtlCol="0">
            <a:spAutoFit/>
          </a:bodyPr>
          <a:lstStyle/>
          <a:p>
            <a:r>
              <a:rPr lang="en-US" sz="1800" b="1" dirty="0"/>
              <a:t>Students who go back to practice afterwards</a:t>
            </a:r>
          </a:p>
        </p:txBody>
      </p:sp>
      <p:sp>
        <p:nvSpPr>
          <p:cNvPr id="7" name="TextBox 6">
            <a:extLst>
              <a:ext uri="{FF2B5EF4-FFF2-40B4-BE49-F238E27FC236}">
                <a16:creationId xmlns:a16="http://schemas.microsoft.com/office/drawing/2014/main" id="{9742DC8C-B6CA-FCB2-D3B6-8DB524B060FE}"/>
              </a:ext>
            </a:extLst>
          </p:cNvPr>
          <p:cNvSpPr txBox="1"/>
          <p:nvPr/>
        </p:nvSpPr>
        <p:spPr>
          <a:xfrm>
            <a:off x="1396715" y="1522711"/>
            <a:ext cx="3327685" cy="369332"/>
          </a:xfrm>
          <a:prstGeom prst="rect">
            <a:avLst/>
          </a:prstGeom>
          <a:solidFill>
            <a:schemeClr val="bg1"/>
          </a:solidFill>
        </p:spPr>
        <p:txBody>
          <a:bodyPr wrap="square" rtlCol="0">
            <a:spAutoFit/>
          </a:bodyPr>
          <a:lstStyle/>
          <a:p>
            <a:r>
              <a:rPr lang="en-US" sz="1800" b="1" dirty="0"/>
              <a:t>First exposure to skill (KC)</a:t>
            </a:r>
          </a:p>
        </p:txBody>
      </p:sp>
    </p:spTree>
    <p:extLst>
      <p:ext uri="{BB962C8B-B14F-4D97-AF65-F5344CB8AC3E}">
        <p14:creationId xmlns:p14="http://schemas.microsoft.com/office/powerpoint/2010/main" val="833305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3" grpId="0" animBg="1"/>
    </p:bldLst>
  </p:timing>
</p:sld>
</file>

<file path=ppt/slides/slide31.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265E0B-D6F5-948C-4812-3456160DC3EA}"/>
              </a:ext>
            </a:extLst>
          </p:cNvPr>
          <p:cNvSpPr>
            <a:spLocks noGrp="1"/>
          </p:cNvSpPr>
          <p:nvPr>
            <p:ph type="title"/>
          </p:nvPr>
        </p:nvSpPr>
        <p:spPr>
          <a:xfrm>
            <a:off x="330087" y="100502"/>
            <a:ext cx="8520600" cy="763600"/>
          </a:xfrm>
        </p:spPr>
        <p:txBody>
          <a:bodyPr>
            <a:normAutofit fontScale="90000"/>
          </a:bodyPr>
          <a:lstStyle/>
          <a:p>
            <a:r>
              <a:rPr lang="en-US" dirty="0">
                <a:solidFill>
                  <a:schemeClr val="bg1"/>
                </a:solidFill>
              </a:rPr>
              <a:t>Students’ practice and checkpoint performance is </a:t>
            </a:r>
            <a:br>
              <a:rPr lang="en-US" dirty="0">
                <a:solidFill>
                  <a:schemeClr val="bg1"/>
                </a:solidFill>
              </a:rPr>
            </a:br>
            <a:r>
              <a:rPr lang="en-US" dirty="0">
                <a:solidFill>
                  <a:schemeClr val="bg1"/>
                </a:solidFill>
              </a:rPr>
              <a:t>consistent across the term</a:t>
            </a:r>
          </a:p>
        </p:txBody>
      </p:sp>
      <p:sp>
        <p:nvSpPr>
          <p:cNvPr id="6" name="Text Placeholder 5">
            <a:extLst>
              <a:ext uri="{FF2B5EF4-FFF2-40B4-BE49-F238E27FC236}">
                <a16:creationId xmlns:a16="http://schemas.microsoft.com/office/drawing/2014/main" id="{B11E453E-3569-2DB8-8A7D-87B65DD90B22}"/>
              </a:ext>
            </a:extLst>
          </p:cNvPr>
          <p:cNvSpPr>
            <a:spLocks noGrp="1"/>
          </p:cNvSpPr>
          <p:nvPr>
            <p:ph type="body" idx="1"/>
          </p:nvPr>
        </p:nvSpPr>
        <p:spPr/>
        <p:txBody>
          <a:bodyPr/>
          <a:lstStyle/>
          <a:p>
            <a:endParaRPr lang="en-US"/>
          </a:p>
        </p:txBody>
      </p:sp>
      <p:grpSp>
        <p:nvGrpSpPr>
          <p:cNvPr id="28" name="Group 27">
            <a:extLst>
              <a:ext uri="{FF2B5EF4-FFF2-40B4-BE49-F238E27FC236}">
                <a16:creationId xmlns:a16="http://schemas.microsoft.com/office/drawing/2014/main" id="{EA8B5A18-9D67-2347-33C1-7653FA19B471}"/>
              </a:ext>
            </a:extLst>
          </p:cNvPr>
          <p:cNvGrpSpPr/>
          <p:nvPr/>
        </p:nvGrpSpPr>
        <p:grpSpPr>
          <a:xfrm>
            <a:off x="184755" y="2534105"/>
            <a:ext cx="8879275" cy="4248764"/>
            <a:chOff x="184755" y="2534105"/>
            <a:chExt cx="8879275" cy="4248764"/>
          </a:xfrm>
        </p:grpSpPr>
        <p:pic>
          <p:nvPicPr>
            <p:cNvPr id="4" name="Picture 3">
              <a:extLst>
                <a:ext uri="{FF2B5EF4-FFF2-40B4-BE49-F238E27FC236}">
                  <a16:creationId xmlns:a16="http://schemas.microsoft.com/office/drawing/2014/main" id="{533FA922-A607-AB99-DEC3-CCA089AA6E86}"/>
                </a:ext>
              </a:extLst>
            </p:cNvPr>
            <p:cNvPicPr>
              <a:picLocks noChangeAspect="1"/>
            </p:cNvPicPr>
            <p:nvPr/>
          </p:nvPicPr>
          <p:blipFill>
            <a:blip r:embed="rId2"/>
            <a:srcRect t="19227" r="32926"/>
            <a:stretch>
              <a:fillRect/>
            </a:stretch>
          </p:blipFill>
          <p:spPr>
            <a:xfrm>
              <a:off x="240008" y="2534105"/>
              <a:ext cx="8824022" cy="4174120"/>
            </a:xfrm>
            <a:prstGeom prst="rect">
              <a:avLst/>
            </a:prstGeom>
          </p:spPr>
        </p:pic>
        <p:sp>
          <p:nvSpPr>
            <p:cNvPr id="3" name="TextBox 2">
              <a:extLst>
                <a:ext uri="{FF2B5EF4-FFF2-40B4-BE49-F238E27FC236}">
                  <a16:creationId xmlns:a16="http://schemas.microsoft.com/office/drawing/2014/main" id="{DED4CAB1-C12C-35D1-D369-B65C8203C396}"/>
                </a:ext>
              </a:extLst>
            </p:cNvPr>
            <p:cNvSpPr txBox="1"/>
            <p:nvPr/>
          </p:nvSpPr>
          <p:spPr>
            <a:xfrm>
              <a:off x="1052625" y="2736124"/>
              <a:ext cx="1477925" cy="461665"/>
            </a:xfrm>
            <a:prstGeom prst="rect">
              <a:avLst/>
            </a:prstGeom>
            <a:noFill/>
          </p:spPr>
          <p:txBody>
            <a:bodyPr wrap="square" rtlCol="0">
              <a:spAutoFit/>
            </a:bodyPr>
            <a:lstStyle/>
            <a:p>
              <a:r>
                <a:rPr lang="en-US" sz="2400" dirty="0"/>
                <a:t>R = 0.88</a:t>
              </a:r>
            </a:p>
          </p:txBody>
        </p:sp>
        <p:sp>
          <p:nvSpPr>
            <p:cNvPr id="5" name="TextBox 4">
              <a:extLst>
                <a:ext uri="{FF2B5EF4-FFF2-40B4-BE49-F238E27FC236}">
                  <a16:creationId xmlns:a16="http://schemas.microsoft.com/office/drawing/2014/main" id="{E55C9505-C95D-A009-CF26-CC7CB91D73AF}"/>
                </a:ext>
              </a:extLst>
            </p:cNvPr>
            <p:cNvSpPr txBox="1"/>
            <p:nvPr/>
          </p:nvSpPr>
          <p:spPr>
            <a:xfrm>
              <a:off x="5404885" y="2736124"/>
              <a:ext cx="1477925" cy="461665"/>
            </a:xfrm>
            <a:prstGeom prst="rect">
              <a:avLst/>
            </a:prstGeom>
            <a:noFill/>
          </p:spPr>
          <p:txBody>
            <a:bodyPr wrap="square" rtlCol="0">
              <a:spAutoFit/>
            </a:bodyPr>
            <a:lstStyle/>
            <a:p>
              <a:r>
                <a:rPr lang="en-US" sz="2400" dirty="0"/>
                <a:t>R = 0.73</a:t>
              </a:r>
            </a:p>
          </p:txBody>
        </p:sp>
        <p:sp>
          <p:nvSpPr>
            <p:cNvPr id="8" name="Rounded Rectangle 7">
              <a:extLst>
                <a:ext uri="{FF2B5EF4-FFF2-40B4-BE49-F238E27FC236}">
                  <a16:creationId xmlns:a16="http://schemas.microsoft.com/office/drawing/2014/main" id="{87DD4673-B20C-8DFE-6FD8-A2C76BD43C7A}"/>
                </a:ext>
              </a:extLst>
            </p:cNvPr>
            <p:cNvSpPr/>
            <p:nvPr/>
          </p:nvSpPr>
          <p:spPr>
            <a:xfrm>
              <a:off x="930676" y="6434443"/>
              <a:ext cx="3296093" cy="348426"/>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err="1">
                  <a:solidFill>
                    <a:schemeClr val="tx1"/>
                  </a:solidFill>
                </a:rPr>
                <a:t>θ</a:t>
              </a:r>
              <a:r>
                <a:rPr lang="en-US" sz="1800" dirty="0">
                  <a:solidFill>
                    <a:schemeClr val="tx1"/>
                  </a:solidFill>
                </a:rPr>
                <a:t>(Module practice A)</a:t>
              </a:r>
              <a:endParaRPr lang="en-US" sz="1800" baseline="-25000" dirty="0">
                <a:solidFill>
                  <a:schemeClr val="tx1"/>
                </a:solidFill>
              </a:endParaRPr>
            </a:p>
          </p:txBody>
        </p:sp>
        <p:sp>
          <p:nvSpPr>
            <p:cNvPr id="9" name="Rounded Rectangle 8">
              <a:extLst>
                <a:ext uri="{FF2B5EF4-FFF2-40B4-BE49-F238E27FC236}">
                  <a16:creationId xmlns:a16="http://schemas.microsoft.com/office/drawing/2014/main" id="{CE73502F-B4EB-26C5-7B0D-86ACD2F55130}"/>
                </a:ext>
              </a:extLst>
            </p:cNvPr>
            <p:cNvSpPr/>
            <p:nvPr/>
          </p:nvSpPr>
          <p:spPr>
            <a:xfrm rot="16200000">
              <a:off x="-1289079" y="4333375"/>
              <a:ext cx="3296093" cy="348426"/>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err="1">
                  <a:solidFill>
                    <a:schemeClr val="tx1"/>
                  </a:solidFill>
                </a:rPr>
                <a:t>θ</a:t>
              </a:r>
              <a:r>
                <a:rPr lang="en-US" sz="1800" dirty="0">
                  <a:solidFill>
                    <a:schemeClr val="tx1"/>
                  </a:solidFill>
                </a:rPr>
                <a:t>(Module practice B)</a:t>
              </a:r>
              <a:endParaRPr lang="en-US" sz="1800" baseline="-25000" dirty="0">
                <a:solidFill>
                  <a:schemeClr val="tx1"/>
                </a:solidFill>
              </a:endParaRPr>
            </a:p>
          </p:txBody>
        </p:sp>
        <p:sp>
          <p:nvSpPr>
            <p:cNvPr id="10" name="Rounded Rectangle 9">
              <a:extLst>
                <a:ext uri="{FF2B5EF4-FFF2-40B4-BE49-F238E27FC236}">
                  <a16:creationId xmlns:a16="http://schemas.microsoft.com/office/drawing/2014/main" id="{D3B51748-66A2-8470-256D-2100C5FA0868}"/>
                </a:ext>
              </a:extLst>
            </p:cNvPr>
            <p:cNvSpPr/>
            <p:nvPr/>
          </p:nvSpPr>
          <p:spPr>
            <a:xfrm>
              <a:off x="5315006" y="6434443"/>
              <a:ext cx="3296093" cy="348426"/>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err="1">
                  <a:solidFill>
                    <a:schemeClr val="tx1"/>
                  </a:solidFill>
                </a:rPr>
                <a:t>θ</a:t>
              </a:r>
              <a:r>
                <a:rPr lang="en-US" sz="1800" dirty="0">
                  <a:solidFill>
                    <a:schemeClr val="tx1"/>
                  </a:solidFill>
                </a:rPr>
                <a:t>(Checkpoint A)</a:t>
              </a:r>
              <a:endParaRPr lang="en-US" sz="1800" baseline="-25000" dirty="0">
                <a:solidFill>
                  <a:schemeClr val="tx1"/>
                </a:solidFill>
              </a:endParaRPr>
            </a:p>
          </p:txBody>
        </p:sp>
        <p:sp>
          <p:nvSpPr>
            <p:cNvPr id="11" name="Rounded Rectangle 10">
              <a:extLst>
                <a:ext uri="{FF2B5EF4-FFF2-40B4-BE49-F238E27FC236}">
                  <a16:creationId xmlns:a16="http://schemas.microsoft.com/office/drawing/2014/main" id="{1B6E8D89-7447-56C7-ECA6-48C4F121E8C1}"/>
                </a:ext>
              </a:extLst>
            </p:cNvPr>
            <p:cNvSpPr/>
            <p:nvPr/>
          </p:nvSpPr>
          <p:spPr>
            <a:xfrm rot="16200000">
              <a:off x="3836052" y="4309225"/>
              <a:ext cx="2385561" cy="348426"/>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err="1">
                  <a:solidFill>
                    <a:schemeClr val="tx1"/>
                  </a:solidFill>
                </a:rPr>
                <a:t>θ</a:t>
              </a:r>
              <a:r>
                <a:rPr lang="en-US" sz="1800" dirty="0">
                  <a:solidFill>
                    <a:schemeClr val="tx1"/>
                  </a:solidFill>
                </a:rPr>
                <a:t>(Checkpoint B)</a:t>
              </a:r>
              <a:endParaRPr lang="en-US" sz="1800" baseline="-25000" dirty="0">
                <a:solidFill>
                  <a:schemeClr val="tx1"/>
                </a:solidFill>
              </a:endParaRPr>
            </a:p>
          </p:txBody>
        </p:sp>
      </p:grpSp>
      <p:sp>
        <p:nvSpPr>
          <p:cNvPr id="13" name="TextBox 12">
            <a:extLst>
              <a:ext uri="{FF2B5EF4-FFF2-40B4-BE49-F238E27FC236}">
                <a16:creationId xmlns:a16="http://schemas.microsoft.com/office/drawing/2014/main" id="{760AEB68-78EB-D092-2A57-166262346BBC}"/>
              </a:ext>
            </a:extLst>
          </p:cNvPr>
          <p:cNvSpPr txBox="1"/>
          <p:nvPr/>
        </p:nvSpPr>
        <p:spPr>
          <a:xfrm>
            <a:off x="7501287" y="997225"/>
            <a:ext cx="1484803" cy="1323439"/>
          </a:xfrm>
          <a:prstGeom prst="rect">
            <a:avLst/>
          </a:prstGeom>
          <a:noFill/>
        </p:spPr>
        <p:txBody>
          <a:bodyPr wrap="square" rtlCol="0">
            <a:spAutoFit/>
          </a:bodyPr>
          <a:lstStyle/>
          <a:p>
            <a:r>
              <a:rPr lang="en-US" sz="2000" dirty="0">
                <a:solidFill>
                  <a:schemeClr val="bg1"/>
                </a:solidFill>
              </a:rPr>
              <a:t>4 student ability parameters (</a:t>
            </a:r>
            <a:r>
              <a:rPr lang="en-US" sz="2000" dirty="0" err="1">
                <a:solidFill>
                  <a:schemeClr val="bg1"/>
                </a:solidFill>
              </a:rPr>
              <a:t>θ</a:t>
            </a:r>
            <a:r>
              <a:rPr lang="en-US" sz="2000" dirty="0">
                <a:solidFill>
                  <a:schemeClr val="bg1"/>
                </a:solidFill>
              </a:rPr>
              <a:t>)</a:t>
            </a:r>
          </a:p>
        </p:txBody>
      </p:sp>
      <p:sp>
        <p:nvSpPr>
          <p:cNvPr id="14" name="Rounded Rectangle 13">
            <a:extLst>
              <a:ext uri="{FF2B5EF4-FFF2-40B4-BE49-F238E27FC236}">
                <a16:creationId xmlns:a16="http://schemas.microsoft.com/office/drawing/2014/main" id="{650B4483-C90B-9479-337E-07A3E4AEB224}"/>
              </a:ext>
            </a:extLst>
          </p:cNvPr>
          <p:cNvSpPr/>
          <p:nvPr/>
        </p:nvSpPr>
        <p:spPr>
          <a:xfrm>
            <a:off x="150136" y="1020622"/>
            <a:ext cx="3296093" cy="563527"/>
          </a:xfrm>
          <a:prstGeom prst="roundRect">
            <a:avLst/>
          </a:prstGeom>
          <a:solidFill>
            <a:srgbClr val="6A772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t>Units 1, 3, 6, 8, 9 = A </a:t>
            </a:r>
          </a:p>
        </p:txBody>
      </p:sp>
      <p:sp>
        <p:nvSpPr>
          <p:cNvPr id="15" name="Rounded Rectangle 14">
            <a:extLst>
              <a:ext uri="{FF2B5EF4-FFF2-40B4-BE49-F238E27FC236}">
                <a16:creationId xmlns:a16="http://schemas.microsoft.com/office/drawing/2014/main" id="{F7FA06E0-936E-525D-02BF-45C8654F3D27}"/>
              </a:ext>
            </a:extLst>
          </p:cNvPr>
          <p:cNvSpPr/>
          <p:nvPr/>
        </p:nvSpPr>
        <p:spPr>
          <a:xfrm>
            <a:off x="224882" y="1663802"/>
            <a:ext cx="3221348" cy="563527"/>
          </a:xfrm>
          <a:prstGeom prst="roundRect">
            <a:avLst/>
          </a:prstGeom>
          <a:solidFill>
            <a:srgbClr val="6A772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t>Units 2, 4, 5, 7, 10 = B</a:t>
            </a:r>
          </a:p>
        </p:txBody>
      </p:sp>
      <p:cxnSp>
        <p:nvCxnSpPr>
          <p:cNvPr id="16" name="Straight Connector 15">
            <a:extLst>
              <a:ext uri="{FF2B5EF4-FFF2-40B4-BE49-F238E27FC236}">
                <a16:creationId xmlns:a16="http://schemas.microsoft.com/office/drawing/2014/main" id="{6DA2D2E0-8A0F-2CC9-6F45-30D9C73A1E93}"/>
              </a:ext>
            </a:extLst>
          </p:cNvPr>
          <p:cNvCxnSpPr>
            <a:cxnSpLocks/>
            <a:stCxn id="14" idx="3"/>
          </p:cNvCxnSpPr>
          <p:nvPr/>
        </p:nvCxnSpPr>
        <p:spPr>
          <a:xfrm>
            <a:off x="3446229" y="1302386"/>
            <a:ext cx="557082" cy="0"/>
          </a:xfrm>
          <a:prstGeom prst="line">
            <a:avLst/>
          </a:prstGeom>
          <a:ln w="31750">
            <a:tailEnd type="stealth"/>
          </a:ln>
        </p:spPr>
        <p:style>
          <a:lnRef idx="1">
            <a:schemeClr val="accent6"/>
          </a:lnRef>
          <a:fillRef idx="0">
            <a:schemeClr val="accent6"/>
          </a:fillRef>
          <a:effectRef idx="0">
            <a:schemeClr val="accent6"/>
          </a:effectRef>
          <a:fontRef idx="minor">
            <a:schemeClr val="tx1"/>
          </a:fontRef>
        </p:style>
      </p:cxnSp>
      <p:cxnSp>
        <p:nvCxnSpPr>
          <p:cNvPr id="17" name="Straight Connector 16">
            <a:extLst>
              <a:ext uri="{FF2B5EF4-FFF2-40B4-BE49-F238E27FC236}">
                <a16:creationId xmlns:a16="http://schemas.microsoft.com/office/drawing/2014/main" id="{5DE3ADF0-F7DF-1CC2-2CA8-3B96C43A3D32}"/>
              </a:ext>
            </a:extLst>
          </p:cNvPr>
          <p:cNvCxnSpPr>
            <a:cxnSpLocks/>
          </p:cNvCxnSpPr>
          <p:nvPr/>
        </p:nvCxnSpPr>
        <p:spPr>
          <a:xfrm>
            <a:off x="3446229" y="1954719"/>
            <a:ext cx="502547" cy="0"/>
          </a:xfrm>
          <a:prstGeom prst="line">
            <a:avLst/>
          </a:prstGeom>
          <a:ln w="31750">
            <a:tailEnd type="stealth"/>
          </a:ln>
        </p:spPr>
        <p:style>
          <a:lnRef idx="1">
            <a:schemeClr val="accent6"/>
          </a:lnRef>
          <a:fillRef idx="0">
            <a:schemeClr val="accent6"/>
          </a:fillRef>
          <a:effectRef idx="0">
            <a:schemeClr val="accent6"/>
          </a:effectRef>
          <a:fontRef idx="minor">
            <a:schemeClr val="tx1"/>
          </a:fontRef>
        </p:style>
      </p:cxnSp>
      <p:sp>
        <p:nvSpPr>
          <p:cNvPr id="18" name="Rounded Rectangle 17">
            <a:extLst>
              <a:ext uri="{FF2B5EF4-FFF2-40B4-BE49-F238E27FC236}">
                <a16:creationId xmlns:a16="http://schemas.microsoft.com/office/drawing/2014/main" id="{744B7D35-4094-AB37-4060-824A9C04CCB3}"/>
              </a:ext>
            </a:extLst>
          </p:cNvPr>
          <p:cNvSpPr/>
          <p:nvPr/>
        </p:nvSpPr>
        <p:spPr>
          <a:xfrm>
            <a:off x="5819786" y="1049387"/>
            <a:ext cx="1349828" cy="1106442"/>
          </a:xfrm>
          <a:prstGeom prst="roundRect">
            <a:avLst/>
          </a:prstGeom>
          <a:solidFill>
            <a:srgbClr val="6A772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t>1 parameter IRT</a:t>
            </a:r>
          </a:p>
        </p:txBody>
      </p:sp>
      <p:cxnSp>
        <p:nvCxnSpPr>
          <p:cNvPr id="19" name="Straight Connector 18">
            <a:extLst>
              <a:ext uri="{FF2B5EF4-FFF2-40B4-BE49-F238E27FC236}">
                <a16:creationId xmlns:a16="http://schemas.microsoft.com/office/drawing/2014/main" id="{AA881F0F-5399-915E-364C-B13A43D22780}"/>
              </a:ext>
            </a:extLst>
          </p:cNvPr>
          <p:cNvCxnSpPr>
            <a:cxnSpLocks/>
          </p:cNvCxnSpPr>
          <p:nvPr/>
        </p:nvCxnSpPr>
        <p:spPr>
          <a:xfrm>
            <a:off x="5488114" y="1591267"/>
            <a:ext cx="336510" cy="0"/>
          </a:xfrm>
          <a:prstGeom prst="line">
            <a:avLst/>
          </a:prstGeom>
          <a:ln w="31750">
            <a:tailEnd type="stealth"/>
          </a:ln>
        </p:spPr>
        <p:style>
          <a:lnRef idx="1">
            <a:schemeClr val="accent6"/>
          </a:lnRef>
          <a:fillRef idx="0">
            <a:schemeClr val="accent6"/>
          </a:fillRef>
          <a:effectRef idx="0">
            <a:schemeClr val="accent6"/>
          </a:effectRef>
          <a:fontRef idx="minor">
            <a:schemeClr val="tx1"/>
          </a:fontRef>
        </p:style>
      </p:cxnSp>
      <p:sp>
        <p:nvSpPr>
          <p:cNvPr id="20" name="Rounded Rectangle 19">
            <a:extLst>
              <a:ext uri="{FF2B5EF4-FFF2-40B4-BE49-F238E27FC236}">
                <a16:creationId xmlns:a16="http://schemas.microsoft.com/office/drawing/2014/main" id="{32C83442-F4EC-58A4-4609-7E90037C97A1}"/>
              </a:ext>
            </a:extLst>
          </p:cNvPr>
          <p:cNvSpPr/>
          <p:nvPr/>
        </p:nvSpPr>
        <p:spPr>
          <a:xfrm>
            <a:off x="4003311" y="1049387"/>
            <a:ext cx="1484803" cy="1106442"/>
          </a:xfrm>
          <a:prstGeom prst="roundRect">
            <a:avLst/>
          </a:prstGeom>
          <a:solidFill>
            <a:srgbClr val="6A772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t>Split Practice &amp;</a:t>
            </a:r>
          </a:p>
          <a:p>
            <a:pPr algn="ctr"/>
            <a:r>
              <a:rPr lang="en-US" sz="1800" dirty="0"/>
              <a:t>Checkpoint</a:t>
            </a:r>
          </a:p>
        </p:txBody>
      </p:sp>
      <p:cxnSp>
        <p:nvCxnSpPr>
          <p:cNvPr id="21" name="Straight Connector 20">
            <a:extLst>
              <a:ext uri="{FF2B5EF4-FFF2-40B4-BE49-F238E27FC236}">
                <a16:creationId xmlns:a16="http://schemas.microsoft.com/office/drawing/2014/main" id="{DDF9D91D-3EBA-F1BD-C3C7-900E149FB1FE}"/>
              </a:ext>
            </a:extLst>
          </p:cNvPr>
          <p:cNvCxnSpPr>
            <a:cxnSpLocks/>
          </p:cNvCxnSpPr>
          <p:nvPr/>
        </p:nvCxnSpPr>
        <p:spPr>
          <a:xfrm>
            <a:off x="7169614" y="1602608"/>
            <a:ext cx="336510" cy="0"/>
          </a:xfrm>
          <a:prstGeom prst="line">
            <a:avLst/>
          </a:prstGeom>
          <a:ln w="31750">
            <a:tailEnd type="stealth"/>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263712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show="0">
  <p:cSld>
    <p:spTree>
      <p:nvGrpSpPr>
        <p:cNvPr id="1" name="">
          <a:extLst>
            <a:ext uri="{FF2B5EF4-FFF2-40B4-BE49-F238E27FC236}">
              <a16:creationId xmlns:a16="http://schemas.microsoft.com/office/drawing/2014/main" id="{5C24A54E-A117-82A6-0DD7-708B1B277D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A17BDE-7A98-3479-F6D8-A0FD8C14A840}"/>
              </a:ext>
            </a:extLst>
          </p:cNvPr>
          <p:cNvSpPr>
            <a:spLocks noGrp="1"/>
          </p:cNvSpPr>
          <p:nvPr>
            <p:ph type="title"/>
          </p:nvPr>
        </p:nvSpPr>
        <p:spPr>
          <a:xfrm>
            <a:off x="358967" y="98380"/>
            <a:ext cx="8520600" cy="763600"/>
          </a:xfrm>
        </p:spPr>
        <p:txBody>
          <a:bodyPr>
            <a:noAutofit/>
          </a:bodyPr>
          <a:lstStyle/>
          <a:p>
            <a:r>
              <a:rPr lang="en-US" dirty="0">
                <a:solidFill>
                  <a:schemeClr val="bg1"/>
                </a:solidFill>
              </a:rPr>
              <a:t>2. Little correlation between practice and checkpoint</a:t>
            </a:r>
          </a:p>
        </p:txBody>
      </p:sp>
      <p:sp>
        <p:nvSpPr>
          <p:cNvPr id="7" name="Text Placeholder 6">
            <a:extLst>
              <a:ext uri="{FF2B5EF4-FFF2-40B4-BE49-F238E27FC236}">
                <a16:creationId xmlns:a16="http://schemas.microsoft.com/office/drawing/2014/main" id="{BB875B84-3541-3E3A-D751-64A208D5B7D8}"/>
              </a:ext>
            </a:extLst>
          </p:cNvPr>
          <p:cNvSpPr>
            <a:spLocks noGrp="1"/>
          </p:cNvSpPr>
          <p:nvPr>
            <p:ph type="body" idx="1"/>
          </p:nvPr>
        </p:nvSpPr>
        <p:spPr/>
        <p:txBody>
          <a:bodyPr/>
          <a:lstStyle/>
          <a:p>
            <a:endParaRPr lang="en-US"/>
          </a:p>
        </p:txBody>
      </p:sp>
      <p:pic>
        <p:nvPicPr>
          <p:cNvPr id="4" name="Picture 3">
            <a:extLst>
              <a:ext uri="{FF2B5EF4-FFF2-40B4-BE49-F238E27FC236}">
                <a16:creationId xmlns:a16="http://schemas.microsoft.com/office/drawing/2014/main" id="{9AAAF9AD-D608-1F21-32E6-ADD929EE536B}"/>
              </a:ext>
            </a:extLst>
          </p:cNvPr>
          <p:cNvPicPr>
            <a:picLocks noChangeAspect="1"/>
          </p:cNvPicPr>
          <p:nvPr/>
        </p:nvPicPr>
        <p:blipFill>
          <a:blip r:embed="rId2"/>
          <a:srcRect t="19227" r="32926"/>
          <a:stretch>
            <a:fillRect/>
          </a:stretch>
        </p:blipFill>
        <p:spPr>
          <a:xfrm>
            <a:off x="240008" y="2127335"/>
            <a:ext cx="8824022" cy="4174120"/>
          </a:xfrm>
          <a:prstGeom prst="rect">
            <a:avLst/>
          </a:prstGeom>
        </p:spPr>
      </p:pic>
      <p:sp>
        <p:nvSpPr>
          <p:cNvPr id="3" name="TextBox 2">
            <a:extLst>
              <a:ext uri="{FF2B5EF4-FFF2-40B4-BE49-F238E27FC236}">
                <a16:creationId xmlns:a16="http://schemas.microsoft.com/office/drawing/2014/main" id="{4D55FF70-184C-2E5E-AE77-E2DD7BEC6A24}"/>
              </a:ext>
            </a:extLst>
          </p:cNvPr>
          <p:cNvSpPr txBox="1"/>
          <p:nvPr/>
        </p:nvSpPr>
        <p:spPr>
          <a:xfrm>
            <a:off x="1020834" y="2245978"/>
            <a:ext cx="1477925" cy="461665"/>
          </a:xfrm>
          <a:prstGeom prst="rect">
            <a:avLst/>
          </a:prstGeom>
          <a:noFill/>
        </p:spPr>
        <p:txBody>
          <a:bodyPr wrap="square" rtlCol="0">
            <a:spAutoFit/>
          </a:bodyPr>
          <a:lstStyle/>
          <a:p>
            <a:r>
              <a:rPr lang="en-US" sz="2400" dirty="0"/>
              <a:t>R = 0.88</a:t>
            </a:r>
          </a:p>
        </p:txBody>
      </p:sp>
      <p:sp>
        <p:nvSpPr>
          <p:cNvPr id="5" name="TextBox 4">
            <a:extLst>
              <a:ext uri="{FF2B5EF4-FFF2-40B4-BE49-F238E27FC236}">
                <a16:creationId xmlns:a16="http://schemas.microsoft.com/office/drawing/2014/main" id="{9F38ED74-A6D7-6791-44A3-50A23B571536}"/>
              </a:ext>
            </a:extLst>
          </p:cNvPr>
          <p:cNvSpPr txBox="1"/>
          <p:nvPr/>
        </p:nvSpPr>
        <p:spPr>
          <a:xfrm>
            <a:off x="5404885" y="2329354"/>
            <a:ext cx="1477925" cy="461665"/>
          </a:xfrm>
          <a:prstGeom prst="rect">
            <a:avLst/>
          </a:prstGeom>
          <a:noFill/>
        </p:spPr>
        <p:txBody>
          <a:bodyPr wrap="square" rtlCol="0">
            <a:spAutoFit/>
          </a:bodyPr>
          <a:lstStyle/>
          <a:p>
            <a:r>
              <a:rPr lang="en-US" sz="2400" dirty="0"/>
              <a:t>R = 0.73</a:t>
            </a:r>
          </a:p>
        </p:txBody>
      </p:sp>
      <p:sp>
        <p:nvSpPr>
          <p:cNvPr id="6" name="Rounded Rectangle 5">
            <a:extLst>
              <a:ext uri="{FF2B5EF4-FFF2-40B4-BE49-F238E27FC236}">
                <a16:creationId xmlns:a16="http://schemas.microsoft.com/office/drawing/2014/main" id="{37642488-7030-445B-C7B4-2259E1FF8E81}"/>
              </a:ext>
            </a:extLst>
          </p:cNvPr>
          <p:cNvSpPr/>
          <p:nvPr/>
        </p:nvSpPr>
        <p:spPr>
          <a:xfrm>
            <a:off x="184755" y="744057"/>
            <a:ext cx="2345796" cy="563527"/>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t>All units</a:t>
            </a:r>
          </a:p>
        </p:txBody>
      </p:sp>
      <p:pic>
        <p:nvPicPr>
          <p:cNvPr id="8" name="Picture 7">
            <a:extLst>
              <a:ext uri="{FF2B5EF4-FFF2-40B4-BE49-F238E27FC236}">
                <a16:creationId xmlns:a16="http://schemas.microsoft.com/office/drawing/2014/main" id="{940B3950-6597-8E6F-5177-533E531CF52A}"/>
              </a:ext>
            </a:extLst>
          </p:cNvPr>
          <p:cNvPicPr>
            <a:picLocks noChangeAspect="1"/>
          </p:cNvPicPr>
          <p:nvPr/>
        </p:nvPicPr>
        <p:blipFill>
          <a:blip r:embed="rId3"/>
          <a:stretch>
            <a:fillRect/>
          </a:stretch>
        </p:blipFill>
        <p:spPr>
          <a:xfrm>
            <a:off x="4917232" y="2127335"/>
            <a:ext cx="4082902" cy="4191058"/>
          </a:xfrm>
          <a:prstGeom prst="rect">
            <a:avLst/>
          </a:prstGeom>
        </p:spPr>
      </p:pic>
      <p:sp>
        <p:nvSpPr>
          <p:cNvPr id="9" name="TextBox 8">
            <a:extLst>
              <a:ext uri="{FF2B5EF4-FFF2-40B4-BE49-F238E27FC236}">
                <a16:creationId xmlns:a16="http://schemas.microsoft.com/office/drawing/2014/main" id="{0A65F2F0-CC7E-0CDC-E65A-17D8913C5D70}"/>
              </a:ext>
            </a:extLst>
          </p:cNvPr>
          <p:cNvSpPr txBox="1"/>
          <p:nvPr/>
        </p:nvSpPr>
        <p:spPr>
          <a:xfrm>
            <a:off x="5353594" y="2254710"/>
            <a:ext cx="1477925" cy="461665"/>
          </a:xfrm>
          <a:prstGeom prst="rect">
            <a:avLst/>
          </a:prstGeom>
          <a:noFill/>
        </p:spPr>
        <p:txBody>
          <a:bodyPr wrap="square" rtlCol="0">
            <a:spAutoFit/>
          </a:bodyPr>
          <a:lstStyle/>
          <a:p>
            <a:r>
              <a:rPr lang="en-US" sz="2400" dirty="0"/>
              <a:t>R = 0.23</a:t>
            </a:r>
          </a:p>
        </p:txBody>
      </p:sp>
      <p:sp>
        <p:nvSpPr>
          <p:cNvPr id="11" name="Rounded Rectangle 10">
            <a:extLst>
              <a:ext uri="{FF2B5EF4-FFF2-40B4-BE49-F238E27FC236}">
                <a16:creationId xmlns:a16="http://schemas.microsoft.com/office/drawing/2014/main" id="{11768717-1D7D-3E6F-6FEB-C76F60DB1C92}"/>
              </a:ext>
            </a:extLst>
          </p:cNvPr>
          <p:cNvSpPr/>
          <p:nvPr/>
        </p:nvSpPr>
        <p:spPr>
          <a:xfrm>
            <a:off x="5419050" y="6011005"/>
            <a:ext cx="3296093" cy="509408"/>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err="1">
                <a:solidFill>
                  <a:schemeClr val="tx1"/>
                </a:solidFill>
              </a:rPr>
              <a:t>θ</a:t>
            </a:r>
            <a:r>
              <a:rPr lang="en-US" sz="1800" dirty="0">
                <a:solidFill>
                  <a:schemeClr val="tx1"/>
                </a:solidFill>
              </a:rPr>
              <a:t>(Module practice)</a:t>
            </a:r>
            <a:endParaRPr lang="en-US" sz="1800" baseline="-25000" dirty="0">
              <a:solidFill>
                <a:schemeClr val="tx1"/>
              </a:solidFill>
            </a:endParaRPr>
          </a:p>
        </p:txBody>
      </p:sp>
      <p:sp>
        <p:nvSpPr>
          <p:cNvPr id="12" name="Rounded Rectangle 11">
            <a:extLst>
              <a:ext uri="{FF2B5EF4-FFF2-40B4-BE49-F238E27FC236}">
                <a16:creationId xmlns:a16="http://schemas.microsoft.com/office/drawing/2014/main" id="{FAA0742B-48C7-08F1-9586-C31CA127E16A}"/>
              </a:ext>
            </a:extLst>
          </p:cNvPr>
          <p:cNvSpPr/>
          <p:nvPr/>
        </p:nvSpPr>
        <p:spPr>
          <a:xfrm>
            <a:off x="5528455" y="6930368"/>
            <a:ext cx="3296093" cy="50940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tx1"/>
                </a:solidFill>
              </a:rPr>
              <a:t>All module practice</a:t>
            </a:r>
          </a:p>
        </p:txBody>
      </p:sp>
      <p:sp>
        <p:nvSpPr>
          <p:cNvPr id="13" name="Rounded Rectangle 12">
            <a:extLst>
              <a:ext uri="{FF2B5EF4-FFF2-40B4-BE49-F238E27FC236}">
                <a16:creationId xmlns:a16="http://schemas.microsoft.com/office/drawing/2014/main" id="{AA07BB4F-68CB-66B8-2970-3ADE4259237A}"/>
              </a:ext>
            </a:extLst>
          </p:cNvPr>
          <p:cNvSpPr/>
          <p:nvPr/>
        </p:nvSpPr>
        <p:spPr>
          <a:xfrm rot="16200000">
            <a:off x="3950488" y="3605680"/>
            <a:ext cx="1978121" cy="509408"/>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err="1">
                <a:solidFill>
                  <a:schemeClr val="tx1"/>
                </a:solidFill>
              </a:rPr>
              <a:t>θ</a:t>
            </a:r>
            <a:r>
              <a:rPr lang="en-US" sz="1800" dirty="0">
                <a:solidFill>
                  <a:schemeClr val="tx1"/>
                </a:solidFill>
              </a:rPr>
              <a:t>(Checkpoint)</a:t>
            </a:r>
            <a:endParaRPr lang="en-US" sz="1800" baseline="-25000" dirty="0">
              <a:solidFill>
                <a:schemeClr val="tx1"/>
              </a:solidFill>
            </a:endParaRPr>
          </a:p>
        </p:txBody>
      </p:sp>
      <p:sp>
        <p:nvSpPr>
          <p:cNvPr id="14" name="Rounded Rectangle 13">
            <a:extLst>
              <a:ext uri="{FF2B5EF4-FFF2-40B4-BE49-F238E27FC236}">
                <a16:creationId xmlns:a16="http://schemas.microsoft.com/office/drawing/2014/main" id="{D2BBC60D-19DC-1CB2-10E5-11C3E02A7F16}"/>
              </a:ext>
            </a:extLst>
          </p:cNvPr>
          <p:cNvSpPr/>
          <p:nvPr/>
        </p:nvSpPr>
        <p:spPr>
          <a:xfrm>
            <a:off x="930676" y="6027673"/>
            <a:ext cx="3296093" cy="348426"/>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err="1">
                <a:solidFill>
                  <a:schemeClr val="tx1"/>
                </a:solidFill>
              </a:rPr>
              <a:t>θ</a:t>
            </a:r>
            <a:r>
              <a:rPr lang="en-US" sz="1800" dirty="0">
                <a:solidFill>
                  <a:schemeClr val="tx1"/>
                </a:solidFill>
              </a:rPr>
              <a:t>(Module practice A)</a:t>
            </a:r>
            <a:endParaRPr lang="en-US" sz="1800" baseline="-25000" dirty="0">
              <a:solidFill>
                <a:schemeClr val="tx1"/>
              </a:solidFill>
            </a:endParaRPr>
          </a:p>
        </p:txBody>
      </p:sp>
      <p:sp>
        <p:nvSpPr>
          <p:cNvPr id="15" name="Rounded Rectangle 14">
            <a:extLst>
              <a:ext uri="{FF2B5EF4-FFF2-40B4-BE49-F238E27FC236}">
                <a16:creationId xmlns:a16="http://schemas.microsoft.com/office/drawing/2014/main" id="{A34F543C-9E4F-AA92-012F-E2CF7B429F1F}"/>
              </a:ext>
            </a:extLst>
          </p:cNvPr>
          <p:cNvSpPr/>
          <p:nvPr/>
        </p:nvSpPr>
        <p:spPr>
          <a:xfrm rot="16200000">
            <a:off x="-1289079" y="3869453"/>
            <a:ext cx="3296093" cy="348426"/>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err="1">
                <a:solidFill>
                  <a:schemeClr val="tx1"/>
                </a:solidFill>
              </a:rPr>
              <a:t>θ</a:t>
            </a:r>
            <a:r>
              <a:rPr lang="en-US" sz="1800" dirty="0">
                <a:solidFill>
                  <a:schemeClr val="tx1"/>
                </a:solidFill>
              </a:rPr>
              <a:t>(Module practice B)</a:t>
            </a:r>
            <a:endParaRPr lang="en-US" sz="1800" baseline="-25000" dirty="0">
              <a:solidFill>
                <a:schemeClr val="tx1"/>
              </a:solidFill>
            </a:endParaRPr>
          </a:p>
        </p:txBody>
      </p:sp>
      <p:cxnSp>
        <p:nvCxnSpPr>
          <p:cNvPr id="17" name="Straight Connector 16">
            <a:extLst>
              <a:ext uri="{FF2B5EF4-FFF2-40B4-BE49-F238E27FC236}">
                <a16:creationId xmlns:a16="http://schemas.microsoft.com/office/drawing/2014/main" id="{8644284A-B85C-7F93-BCBF-F0A327D31C4A}"/>
              </a:ext>
            </a:extLst>
          </p:cNvPr>
          <p:cNvCxnSpPr>
            <a:cxnSpLocks/>
          </p:cNvCxnSpPr>
          <p:nvPr/>
        </p:nvCxnSpPr>
        <p:spPr>
          <a:xfrm flipV="1">
            <a:off x="2554294" y="1005522"/>
            <a:ext cx="991400" cy="3356"/>
          </a:xfrm>
          <a:prstGeom prst="line">
            <a:avLst/>
          </a:prstGeom>
          <a:ln w="31750">
            <a:tailEnd type="stealth"/>
          </a:ln>
        </p:spPr>
        <p:style>
          <a:lnRef idx="1">
            <a:schemeClr val="accent6"/>
          </a:lnRef>
          <a:fillRef idx="0">
            <a:schemeClr val="accent6"/>
          </a:fillRef>
          <a:effectRef idx="0">
            <a:schemeClr val="accent6"/>
          </a:effectRef>
          <a:fontRef idx="minor">
            <a:schemeClr val="tx1"/>
          </a:fontRef>
        </p:style>
      </p:cxnSp>
      <p:sp>
        <p:nvSpPr>
          <p:cNvPr id="19" name="Rounded Rectangle 18">
            <a:extLst>
              <a:ext uri="{FF2B5EF4-FFF2-40B4-BE49-F238E27FC236}">
                <a16:creationId xmlns:a16="http://schemas.microsoft.com/office/drawing/2014/main" id="{C4594ABB-9BE9-EEE4-3E91-4AF6279E9264}"/>
              </a:ext>
            </a:extLst>
          </p:cNvPr>
          <p:cNvSpPr/>
          <p:nvPr/>
        </p:nvSpPr>
        <p:spPr>
          <a:xfrm>
            <a:off x="5521849" y="764121"/>
            <a:ext cx="1344990" cy="1106442"/>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t>1 parameter IRT</a:t>
            </a:r>
          </a:p>
        </p:txBody>
      </p:sp>
      <p:cxnSp>
        <p:nvCxnSpPr>
          <p:cNvPr id="20" name="Straight Connector 19">
            <a:extLst>
              <a:ext uri="{FF2B5EF4-FFF2-40B4-BE49-F238E27FC236}">
                <a16:creationId xmlns:a16="http://schemas.microsoft.com/office/drawing/2014/main" id="{AA203714-C7FC-92D8-DA8A-0A0BB561BC56}"/>
              </a:ext>
            </a:extLst>
          </p:cNvPr>
          <p:cNvCxnSpPr>
            <a:cxnSpLocks/>
          </p:cNvCxnSpPr>
          <p:nvPr/>
        </p:nvCxnSpPr>
        <p:spPr>
          <a:xfrm>
            <a:off x="5185339" y="1301625"/>
            <a:ext cx="336510" cy="0"/>
          </a:xfrm>
          <a:prstGeom prst="line">
            <a:avLst/>
          </a:prstGeom>
          <a:ln w="31750">
            <a:tailEnd type="stealth"/>
          </a:ln>
        </p:spPr>
        <p:style>
          <a:lnRef idx="1">
            <a:schemeClr val="accent6"/>
          </a:lnRef>
          <a:fillRef idx="0">
            <a:schemeClr val="accent6"/>
          </a:fillRef>
          <a:effectRef idx="0">
            <a:schemeClr val="accent6"/>
          </a:effectRef>
          <a:fontRef idx="minor">
            <a:schemeClr val="tx1"/>
          </a:fontRef>
        </p:style>
      </p:cxnSp>
      <p:sp>
        <p:nvSpPr>
          <p:cNvPr id="22" name="Rounded Rectangle 21">
            <a:extLst>
              <a:ext uri="{FF2B5EF4-FFF2-40B4-BE49-F238E27FC236}">
                <a16:creationId xmlns:a16="http://schemas.microsoft.com/office/drawing/2014/main" id="{3F5A6F1C-D503-B647-38F8-D0119D48A2F5}"/>
              </a:ext>
            </a:extLst>
          </p:cNvPr>
          <p:cNvSpPr/>
          <p:nvPr/>
        </p:nvSpPr>
        <p:spPr>
          <a:xfrm>
            <a:off x="3534499" y="764121"/>
            <a:ext cx="1627307" cy="1106442"/>
          </a:xfrm>
          <a:prstGeom prst="roundRect">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t>Split Practice &amp;</a:t>
            </a:r>
          </a:p>
          <a:p>
            <a:pPr algn="ctr"/>
            <a:r>
              <a:rPr lang="en-US" sz="1800" dirty="0"/>
              <a:t>Checkpoint</a:t>
            </a:r>
          </a:p>
        </p:txBody>
      </p:sp>
      <p:cxnSp>
        <p:nvCxnSpPr>
          <p:cNvPr id="25" name="Straight Connector 24">
            <a:extLst>
              <a:ext uri="{FF2B5EF4-FFF2-40B4-BE49-F238E27FC236}">
                <a16:creationId xmlns:a16="http://schemas.microsoft.com/office/drawing/2014/main" id="{4E44DF2F-F060-5A1D-DBF5-4960A0A5C281}"/>
              </a:ext>
            </a:extLst>
          </p:cNvPr>
          <p:cNvCxnSpPr>
            <a:cxnSpLocks/>
          </p:cNvCxnSpPr>
          <p:nvPr/>
        </p:nvCxnSpPr>
        <p:spPr>
          <a:xfrm>
            <a:off x="6871677" y="1301625"/>
            <a:ext cx="336510" cy="0"/>
          </a:xfrm>
          <a:prstGeom prst="line">
            <a:avLst/>
          </a:prstGeom>
          <a:ln w="31750">
            <a:tailEnd type="stealth"/>
          </a:ln>
        </p:spPr>
        <p:style>
          <a:lnRef idx="1">
            <a:schemeClr val="accent6"/>
          </a:lnRef>
          <a:fillRef idx="0">
            <a:schemeClr val="accent6"/>
          </a:fillRef>
          <a:effectRef idx="0">
            <a:schemeClr val="accent6"/>
          </a:effectRef>
          <a:fontRef idx="minor">
            <a:schemeClr val="tx1"/>
          </a:fontRef>
        </p:style>
      </p:cxnSp>
      <p:sp>
        <p:nvSpPr>
          <p:cNvPr id="26" name="TextBox 25">
            <a:extLst>
              <a:ext uri="{FF2B5EF4-FFF2-40B4-BE49-F238E27FC236}">
                <a16:creationId xmlns:a16="http://schemas.microsoft.com/office/drawing/2014/main" id="{17DED77B-C4E6-D733-A6A9-B33657A78331}"/>
              </a:ext>
            </a:extLst>
          </p:cNvPr>
          <p:cNvSpPr txBox="1"/>
          <p:nvPr/>
        </p:nvSpPr>
        <p:spPr>
          <a:xfrm>
            <a:off x="7243062" y="1045195"/>
            <a:ext cx="1828554" cy="707886"/>
          </a:xfrm>
          <a:prstGeom prst="rect">
            <a:avLst/>
          </a:prstGeom>
          <a:noFill/>
        </p:spPr>
        <p:txBody>
          <a:bodyPr wrap="square" rtlCol="0">
            <a:spAutoFit/>
          </a:bodyPr>
          <a:lstStyle/>
          <a:p>
            <a:r>
              <a:rPr lang="en-US" sz="2000" dirty="0">
                <a:solidFill>
                  <a:schemeClr val="bg1"/>
                </a:solidFill>
              </a:rPr>
              <a:t>2 ability parameters</a:t>
            </a:r>
          </a:p>
        </p:txBody>
      </p:sp>
    </p:spTree>
    <p:extLst>
      <p:ext uri="{BB962C8B-B14F-4D97-AF65-F5344CB8AC3E}">
        <p14:creationId xmlns:p14="http://schemas.microsoft.com/office/powerpoint/2010/main" val="3920574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92BF4-B1FA-45F1-83DB-A53C659344B3}"/>
              </a:ext>
            </a:extLst>
          </p:cNvPr>
          <p:cNvSpPr>
            <a:spLocks noGrp="1"/>
          </p:cNvSpPr>
          <p:nvPr>
            <p:ph type="title"/>
          </p:nvPr>
        </p:nvSpPr>
        <p:spPr>
          <a:xfrm>
            <a:off x="311700" y="200881"/>
            <a:ext cx="8520600" cy="763600"/>
          </a:xfrm>
        </p:spPr>
        <p:txBody>
          <a:bodyPr>
            <a:normAutofit/>
          </a:bodyPr>
          <a:lstStyle/>
          <a:p>
            <a:r>
              <a:rPr lang="en-US" sz="3200" dirty="0">
                <a:solidFill>
                  <a:schemeClr val="bg1"/>
                </a:solidFill>
              </a:rPr>
              <a:t>Modeling approach</a:t>
            </a:r>
          </a:p>
        </p:txBody>
      </p:sp>
      <p:sp>
        <p:nvSpPr>
          <p:cNvPr id="4" name="Rounded Rectangle 3">
            <a:extLst>
              <a:ext uri="{FF2B5EF4-FFF2-40B4-BE49-F238E27FC236}">
                <a16:creationId xmlns:a16="http://schemas.microsoft.com/office/drawing/2014/main" id="{7A445050-E3A7-25A7-16CA-AC291C5E4486}"/>
              </a:ext>
            </a:extLst>
          </p:cNvPr>
          <p:cNvSpPr/>
          <p:nvPr/>
        </p:nvSpPr>
        <p:spPr>
          <a:xfrm>
            <a:off x="144431" y="1541834"/>
            <a:ext cx="1873403" cy="1310268"/>
          </a:xfrm>
          <a:prstGeom prst="roundRect">
            <a:avLst>
              <a:gd name="adj" fmla="val 15816"/>
            </a:avLst>
          </a:prstGeom>
          <a:solidFill>
            <a:srgbClr val="6A772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1.3 M student-</a:t>
            </a:r>
          </a:p>
          <a:p>
            <a:pPr algn="ctr"/>
            <a:r>
              <a:rPr lang="en-US" sz="2800" dirty="0">
                <a:solidFill>
                  <a:schemeClr val="bg1"/>
                </a:solidFill>
              </a:rPr>
              <a:t>KC pairs</a:t>
            </a:r>
            <a:endParaRPr lang="en-US" dirty="0">
              <a:solidFill>
                <a:schemeClr val="bg1"/>
              </a:solidFill>
            </a:endParaRPr>
          </a:p>
        </p:txBody>
      </p:sp>
      <p:sp>
        <p:nvSpPr>
          <p:cNvPr id="5" name="Rounded Rectangle 4">
            <a:extLst>
              <a:ext uri="{FF2B5EF4-FFF2-40B4-BE49-F238E27FC236}">
                <a16:creationId xmlns:a16="http://schemas.microsoft.com/office/drawing/2014/main" id="{C3F297A3-B0C8-4D84-5D84-55154E00F796}"/>
              </a:ext>
            </a:extLst>
          </p:cNvPr>
          <p:cNvSpPr/>
          <p:nvPr/>
        </p:nvSpPr>
        <p:spPr>
          <a:xfrm>
            <a:off x="2475037" y="1118088"/>
            <a:ext cx="1628076" cy="1112334"/>
          </a:xfrm>
          <a:prstGeom prst="roundRect">
            <a:avLst>
              <a:gd name="adj" fmla="val 15816"/>
            </a:avLst>
          </a:prstGeom>
          <a:solidFill>
            <a:srgbClr val="6A772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70% </a:t>
            </a:r>
          </a:p>
          <a:p>
            <a:pPr algn="ctr"/>
            <a:r>
              <a:rPr lang="en-US" sz="2800" dirty="0">
                <a:solidFill>
                  <a:schemeClr val="bg1"/>
                </a:solidFill>
              </a:rPr>
              <a:t>Training</a:t>
            </a:r>
            <a:endParaRPr lang="en-US" dirty="0">
              <a:solidFill>
                <a:schemeClr val="bg1"/>
              </a:solidFill>
            </a:endParaRPr>
          </a:p>
        </p:txBody>
      </p:sp>
      <p:sp>
        <p:nvSpPr>
          <p:cNvPr id="6" name="Rounded Rectangle 5">
            <a:extLst>
              <a:ext uri="{FF2B5EF4-FFF2-40B4-BE49-F238E27FC236}">
                <a16:creationId xmlns:a16="http://schemas.microsoft.com/office/drawing/2014/main" id="{3D028CC0-BE7D-E241-5329-799581AE303B}"/>
              </a:ext>
            </a:extLst>
          </p:cNvPr>
          <p:cNvSpPr/>
          <p:nvPr/>
        </p:nvSpPr>
        <p:spPr>
          <a:xfrm>
            <a:off x="2475037" y="2399551"/>
            <a:ext cx="1628076" cy="1112334"/>
          </a:xfrm>
          <a:prstGeom prst="roundRect">
            <a:avLst>
              <a:gd name="adj" fmla="val 15816"/>
            </a:avLst>
          </a:prstGeom>
          <a:solidFill>
            <a:srgbClr val="6A772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30% </a:t>
            </a:r>
          </a:p>
          <a:p>
            <a:pPr algn="ctr"/>
            <a:r>
              <a:rPr lang="en-US" sz="2800" dirty="0">
                <a:solidFill>
                  <a:schemeClr val="bg1"/>
                </a:solidFill>
              </a:rPr>
              <a:t>Test</a:t>
            </a:r>
            <a:endParaRPr lang="en-US" dirty="0">
              <a:solidFill>
                <a:schemeClr val="bg1"/>
              </a:solidFill>
            </a:endParaRPr>
          </a:p>
        </p:txBody>
      </p:sp>
      <p:cxnSp>
        <p:nvCxnSpPr>
          <p:cNvPr id="8" name="Straight Connector 7">
            <a:extLst>
              <a:ext uri="{FF2B5EF4-FFF2-40B4-BE49-F238E27FC236}">
                <a16:creationId xmlns:a16="http://schemas.microsoft.com/office/drawing/2014/main" id="{92E787BE-396B-0AC4-7B18-DF5DCC709A71}"/>
              </a:ext>
            </a:extLst>
          </p:cNvPr>
          <p:cNvCxnSpPr>
            <a:cxnSpLocks/>
            <a:stCxn id="4" idx="3"/>
            <a:endCxn id="6" idx="1"/>
          </p:cNvCxnSpPr>
          <p:nvPr/>
        </p:nvCxnSpPr>
        <p:spPr>
          <a:xfrm>
            <a:off x="2017834" y="2196968"/>
            <a:ext cx="457203" cy="758750"/>
          </a:xfrm>
          <a:prstGeom prst="line">
            <a:avLst/>
          </a:prstGeom>
          <a:ln w="28575">
            <a:solidFill>
              <a:schemeClr val="accent6">
                <a:lumMod val="50000"/>
              </a:schemeClr>
            </a:solidFill>
            <a:headEnd type="none" w="med" len="med"/>
            <a:tailEnd type="stealth" w="med" len="med"/>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38749D8-7FEA-378B-BF9B-14B5F5A86204}"/>
              </a:ext>
            </a:extLst>
          </p:cNvPr>
          <p:cNvCxnSpPr>
            <a:cxnSpLocks/>
            <a:endCxn id="5" idx="1"/>
          </p:cNvCxnSpPr>
          <p:nvPr/>
        </p:nvCxnSpPr>
        <p:spPr>
          <a:xfrm flipV="1">
            <a:off x="2017834" y="1674255"/>
            <a:ext cx="457203" cy="522713"/>
          </a:xfrm>
          <a:prstGeom prst="line">
            <a:avLst/>
          </a:prstGeom>
          <a:ln w="28575">
            <a:solidFill>
              <a:schemeClr val="accent6">
                <a:lumMod val="50000"/>
              </a:schemeClr>
            </a:solidFill>
            <a:headEnd type="none" w="med" len="med"/>
            <a:tailEnd type="stealth" w="med" len="med"/>
          </a:ln>
        </p:spPr>
        <p:style>
          <a:lnRef idx="1">
            <a:schemeClr val="accent1"/>
          </a:lnRef>
          <a:fillRef idx="0">
            <a:schemeClr val="accent1"/>
          </a:fillRef>
          <a:effectRef idx="0">
            <a:schemeClr val="accent1"/>
          </a:effectRef>
          <a:fontRef idx="minor">
            <a:schemeClr val="tx1"/>
          </a:fontRef>
        </p:style>
      </p:cxnSp>
      <p:sp>
        <p:nvSpPr>
          <p:cNvPr id="13" name="Rounded Rectangle 12">
            <a:extLst>
              <a:ext uri="{FF2B5EF4-FFF2-40B4-BE49-F238E27FC236}">
                <a16:creationId xmlns:a16="http://schemas.microsoft.com/office/drawing/2014/main" id="{71483DF7-F943-87CD-573A-B6C7C8C12960}"/>
              </a:ext>
            </a:extLst>
          </p:cNvPr>
          <p:cNvSpPr/>
          <p:nvPr/>
        </p:nvSpPr>
        <p:spPr>
          <a:xfrm>
            <a:off x="4606302" y="1037063"/>
            <a:ext cx="2391183" cy="1281463"/>
          </a:xfrm>
          <a:prstGeom prst="roundRect">
            <a:avLst>
              <a:gd name="adj" fmla="val 15816"/>
            </a:avLst>
          </a:prstGeom>
          <a:solidFill>
            <a:srgbClr val="6A772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solidFill>
                  <a:schemeClr val="bg1"/>
                </a:solidFill>
              </a:rPr>
              <a:t>Fit student, KC, item parameters</a:t>
            </a:r>
            <a:endParaRPr lang="en-US" dirty="0">
              <a:solidFill>
                <a:schemeClr val="bg1"/>
              </a:solidFill>
            </a:endParaRPr>
          </a:p>
        </p:txBody>
      </p:sp>
      <p:cxnSp>
        <p:nvCxnSpPr>
          <p:cNvPr id="14" name="Straight Connector 13">
            <a:extLst>
              <a:ext uri="{FF2B5EF4-FFF2-40B4-BE49-F238E27FC236}">
                <a16:creationId xmlns:a16="http://schemas.microsoft.com/office/drawing/2014/main" id="{B069814B-B811-5BAC-67F0-01F6F2372BEA}"/>
              </a:ext>
            </a:extLst>
          </p:cNvPr>
          <p:cNvCxnSpPr>
            <a:cxnSpLocks/>
            <a:endCxn id="13" idx="1"/>
          </p:cNvCxnSpPr>
          <p:nvPr/>
        </p:nvCxnSpPr>
        <p:spPr>
          <a:xfrm>
            <a:off x="4126106" y="1677795"/>
            <a:ext cx="480196" cy="0"/>
          </a:xfrm>
          <a:prstGeom prst="line">
            <a:avLst/>
          </a:prstGeom>
          <a:ln w="28575">
            <a:solidFill>
              <a:schemeClr val="accent6">
                <a:lumMod val="50000"/>
              </a:schemeClr>
            </a:solidFill>
            <a:headEnd type="none" w="med" len="med"/>
            <a:tailEnd type="stealth" w="med" len="med"/>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04C86661-37EB-4FA6-685A-35472ABAE543}"/>
              </a:ext>
            </a:extLst>
          </p:cNvPr>
          <p:cNvGrpSpPr/>
          <p:nvPr/>
        </p:nvGrpSpPr>
        <p:grpSpPr>
          <a:xfrm>
            <a:off x="4024868" y="2318873"/>
            <a:ext cx="3554049" cy="2725823"/>
            <a:chOff x="4024868" y="2318873"/>
            <a:chExt cx="3554049" cy="2725823"/>
          </a:xfrm>
        </p:grpSpPr>
        <p:sp>
          <p:nvSpPr>
            <p:cNvPr id="19" name="Rounded Rectangle 18">
              <a:extLst>
                <a:ext uri="{FF2B5EF4-FFF2-40B4-BE49-F238E27FC236}">
                  <a16:creationId xmlns:a16="http://schemas.microsoft.com/office/drawing/2014/main" id="{E28E1B1E-59F6-3073-35DE-614F7CD8F4EF}"/>
                </a:ext>
              </a:extLst>
            </p:cNvPr>
            <p:cNvSpPr/>
            <p:nvPr/>
          </p:nvSpPr>
          <p:spPr>
            <a:xfrm>
              <a:off x="4024868" y="3696033"/>
              <a:ext cx="3554049" cy="1348663"/>
            </a:xfrm>
            <a:prstGeom prst="roundRect">
              <a:avLst>
                <a:gd name="adj" fmla="val 15816"/>
              </a:avLst>
            </a:prstGeom>
            <a:solidFill>
              <a:schemeClr val="accent4">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0" i="0" u="none" strike="noStrike" kern="0" cap="none" spc="0" normalizeH="0" baseline="0" noProof="0" dirty="0">
                  <a:ln>
                    <a:noFill/>
                  </a:ln>
                  <a:solidFill>
                    <a:srgbClr val="FFFFFF"/>
                  </a:solidFill>
                  <a:effectLst/>
                  <a:uLnTx/>
                  <a:uFillTx/>
                  <a:latin typeface="Arial"/>
                  <a:ea typeface="+mn-ea"/>
                  <a:cs typeface="+mn-cs"/>
                  <a:sym typeface="Arial"/>
                </a:rPr>
                <a:t>Evaluate – how </a:t>
              </a:r>
              <a:r>
                <a:rPr kumimoji="0" lang="en-US" sz="2800" b="0" i="0" u="none" strike="noStrike" kern="0" cap="none" spc="0" normalizeH="0" baseline="0" noProof="0" dirty="0" err="1">
                  <a:ln>
                    <a:noFill/>
                  </a:ln>
                  <a:solidFill>
                    <a:srgbClr val="FFFFFF"/>
                  </a:solidFill>
                  <a:effectLst/>
                  <a:uLnTx/>
                  <a:uFillTx/>
                  <a:latin typeface="Arial"/>
                  <a:ea typeface="+mn-ea"/>
                  <a:cs typeface="+mn-cs"/>
                  <a:sym typeface="Arial"/>
                </a:rPr>
                <a:t>wel</a:t>
              </a:r>
              <a:r>
                <a:rPr lang="en-US" sz="2800" dirty="0">
                  <a:solidFill>
                    <a:srgbClr val="FFFFFF"/>
                  </a:solidFill>
                  <a:latin typeface="Arial"/>
                </a:rPr>
                <a:t>l does the model predict test set?</a:t>
              </a:r>
              <a:endParaRPr kumimoji="0" lang="en-US" sz="1400" b="0" i="0" u="none" strike="noStrike" kern="0" cap="none" spc="0" normalizeH="0" baseline="0" noProof="0" dirty="0">
                <a:ln>
                  <a:noFill/>
                </a:ln>
                <a:solidFill>
                  <a:srgbClr val="FFFFFF"/>
                </a:solidFill>
                <a:effectLst/>
                <a:uLnTx/>
                <a:uFillTx/>
                <a:latin typeface="Arial"/>
                <a:ea typeface="+mn-ea"/>
                <a:cs typeface="+mn-cs"/>
                <a:sym typeface="Arial"/>
              </a:endParaRPr>
            </a:p>
          </p:txBody>
        </p:sp>
        <p:cxnSp>
          <p:nvCxnSpPr>
            <p:cNvPr id="20" name="Straight Connector 19">
              <a:extLst>
                <a:ext uri="{FF2B5EF4-FFF2-40B4-BE49-F238E27FC236}">
                  <a16:creationId xmlns:a16="http://schemas.microsoft.com/office/drawing/2014/main" id="{C6484488-574F-FFFD-F2F2-D79C494F501F}"/>
                </a:ext>
              </a:extLst>
            </p:cNvPr>
            <p:cNvCxnSpPr>
              <a:cxnSpLocks/>
            </p:cNvCxnSpPr>
            <p:nvPr/>
          </p:nvCxnSpPr>
          <p:spPr>
            <a:xfrm>
              <a:off x="4097190" y="2956181"/>
              <a:ext cx="1622153" cy="757849"/>
            </a:xfrm>
            <a:prstGeom prst="line">
              <a:avLst/>
            </a:prstGeom>
            <a:ln w="28575">
              <a:solidFill>
                <a:schemeClr val="accent4">
                  <a:lumMod val="50000"/>
                </a:schemeClr>
              </a:solidFill>
              <a:headEnd type="none" w="med" len="med"/>
              <a:tailEnd type="stealth"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C0B7E2D-E9B4-9D32-FF7F-F119CB9310B3}"/>
                </a:ext>
              </a:extLst>
            </p:cNvPr>
            <p:cNvCxnSpPr>
              <a:cxnSpLocks/>
            </p:cNvCxnSpPr>
            <p:nvPr/>
          </p:nvCxnSpPr>
          <p:spPr>
            <a:xfrm>
              <a:off x="5719343" y="2318873"/>
              <a:ext cx="0" cy="1395157"/>
            </a:xfrm>
            <a:prstGeom prst="line">
              <a:avLst/>
            </a:prstGeom>
            <a:ln w="28575">
              <a:solidFill>
                <a:schemeClr val="accent4">
                  <a:lumMod val="50000"/>
                </a:schemeClr>
              </a:solidFill>
              <a:headEnd type="none" w="med" len="med"/>
              <a:tailEnd type="stealth" w="med" len="med"/>
            </a:ln>
          </p:spPr>
          <p:style>
            <a:lnRef idx="1">
              <a:schemeClr val="accent1"/>
            </a:lnRef>
            <a:fillRef idx="0">
              <a:schemeClr val="accent1"/>
            </a:fillRef>
            <a:effectRef idx="0">
              <a:schemeClr val="accent1"/>
            </a:effectRef>
            <a:fontRef idx="minor">
              <a:schemeClr val="tx1"/>
            </a:fontRef>
          </p:style>
        </p:cxnSp>
      </p:grpSp>
      <p:sp>
        <p:nvSpPr>
          <p:cNvPr id="11" name="Text Placeholder 10">
            <a:extLst>
              <a:ext uri="{FF2B5EF4-FFF2-40B4-BE49-F238E27FC236}">
                <a16:creationId xmlns:a16="http://schemas.microsoft.com/office/drawing/2014/main" id="{2C854F0D-8C20-39F1-C669-56F60C8A471C}"/>
              </a:ext>
            </a:extLst>
          </p:cNvPr>
          <p:cNvSpPr>
            <a:spLocks noGrp="1"/>
          </p:cNvSpPr>
          <p:nvPr>
            <p:ph type="body" idx="1"/>
          </p:nvPr>
        </p:nvSpPr>
        <p:spPr>
          <a:xfrm>
            <a:off x="311700" y="5091189"/>
            <a:ext cx="8520600" cy="1565930"/>
          </a:xfrm>
        </p:spPr>
        <p:txBody>
          <a:bodyPr>
            <a:normAutofit fontScale="92500" lnSpcReduction="20000"/>
          </a:bodyPr>
          <a:lstStyle/>
          <a:p>
            <a:pPr>
              <a:buFont typeface="Arial"/>
              <a:buAutoNum type="arabicPeriod"/>
            </a:pPr>
            <a:r>
              <a:rPr lang="en-US" sz="2400" dirty="0">
                <a:solidFill>
                  <a:schemeClr val="bg1"/>
                </a:solidFill>
              </a:rPr>
              <a:t>Item difficulty</a:t>
            </a:r>
          </a:p>
          <a:p>
            <a:pPr>
              <a:buFont typeface="Arial"/>
              <a:buAutoNum type="arabicPeriod"/>
            </a:pPr>
            <a:r>
              <a:rPr lang="en-US" sz="2400" dirty="0">
                <a:solidFill>
                  <a:schemeClr val="bg1"/>
                </a:solidFill>
              </a:rPr>
              <a:t>Split student, learning parameters based on practice type</a:t>
            </a:r>
          </a:p>
          <a:p>
            <a:pPr>
              <a:buFont typeface="Arial"/>
              <a:buAutoNum type="arabicPeriod"/>
            </a:pPr>
            <a:r>
              <a:rPr lang="en-US" sz="2400" dirty="0">
                <a:solidFill>
                  <a:schemeClr val="bg1"/>
                </a:solidFill>
              </a:rPr>
              <a:t>Account for rushed practice with student and session-level time variables</a:t>
            </a:r>
          </a:p>
          <a:p>
            <a:pPr marL="114300" indent="0">
              <a:buNone/>
            </a:pPr>
            <a:endParaRPr lang="en-US" sz="2000" dirty="0"/>
          </a:p>
        </p:txBody>
      </p:sp>
    </p:spTree>
    <p:extLst>
      <p:ext uri="{BB962C8B-B14F-4D97-AF65-F5344CB8AC3E}">
        <p14:creationId xmlns:p14="http://schemas.microsoft.com/office/powerpoint/2010/main" val="2823077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7D33D-21D2-B389-D857-3FD261154809}"/>
              </a:ext>
            </a:extLst>
          </p:cNvPr>
          <p:cNvSpPr>
            <a:spLocks noGrp="1"/>
          </p:cNvSpPr>
          <p:nvPr>
            <p:ph type="title"/>
          </p:nvPr>
        </p:nvSpPr>
        <p:spPr>
          <a:xfrm>
            <a:off x="311700" y="225232"/>
            <a:ext cx="8520600" cy="763600"/>
          </a:xfrm>
        </p:spPr>
        <p:txBody>
          <a:bodyPr/>
          <a:lstStyle/>
          <a:p>
            <a:r>
              <a:rPr lang="en-US" dirty="0">
                <a:solidFill>
                  <a:schemeClr val="bg1"/>
                </a:solidFill>
              </a:rPr>
              <a:t>Models</a:t>
            </a:r>
          </a:p>
        </p:txBody>
      </p:sp>
      <p:sp>
        <p:nvSpPr>
          <p:cNvPr id="3" name="Text Placeholder 2">
            <a:extLst>
              <a:ext uri="{FF2B5EF4-FFF2-40B4-BE49-F238E27FC236}">
                <a16:creationId xmlns:a16="http://schemas.microsoft.com/office/drawing/2014/main" id="{D0C5EDB3-C10B-3660-0525-B8D867C1FC59}"/>
              </a:ext>
            </a:extLst>
          </p:cNvPr>
          <p:cNvSpPr>
            <a:spLocks noGrp="1"/>
          </p:cNvSpPr>
          <p:nvPr>
            <p:ph type="body" idx="1"/>
          </p:nvPr>
        </p:nvSpPr>
        <p:spPr>
          <a:xfrm>
            <a:off x="169197" y="988832"/>
            <a:ext cx="8772922" cy="4555200"/>
          </a:xfrm>
        </p:spPr>
        <p:txBody>
          <a:bodyPr>
            <a:normAutofit/>
          </a:bodyPr>
          <a:lstStyle/>
          <a:p>
            <a:pPr marL="114300" indent="0">
              <a:buNone/>
            </a:pPr>
            <a:r>
              <a:rPr lang="en-US" dirty="0">
                <a:solidFill>
                  <a:schemeClr val="bg1"/>
                </a:solidFill>
                <a:latin typeface="Nunito Sans"/>
                <a:ea typeface="Nunito Sans"/>
                <a:cs typeface="Nunito Sans"/>
                <a:sym typeface="Nunito Sans"/>
              </a:rPr>
              <a:t>Performance ~ (student-intercept) + (learning rate) × opportunity	</a:t>
            </a:r>
            <a:r>
              <a:rPr lang="en-US" b="1" dirty="0">
                <a:solidFill>
                  <a:schemeClr val="bg1"/>
                </a:solidFill>
                <a:latin typeface="Nunito Sans"/>
                <a:ea typeface="Nunito Sans"/>
                <a:cs typeface="Nunito Sans"/>
                <a:sym typeface="Nunito Sans"/>
              </a:rPr>
              <a:t>AFM</a:t>
            </a:r>
          </a:p>
          <a:p>
            <a:pPr marL="114300" indent="0">
              <a:buNone/>
            </a:pPr>
            <a:endParaRPr lang="en-US" b="1" dirty="0">
              <a:solidFill>
                <a:schemeClr val="bg1"/>
              </a:solidFill>
              <a:latin typeface="Nunito Sans"/>
              <a:ea typeface="Nunito Sans"/>
              <a:cs typeface="Nunito Sans"/>
              <a:sym typeface="Nunito Sans"/>
            </a:endParaRPr>
          </a:p>
          <a:p>
            <a:pPr marL="114300" indent="0">
              <a:buNone/>
            </a:pPr>
            <a:endParaRPr lang="en-US" b="1" dirty="0">
              <a:solidFill>
                <a:schemeClr val="bg1"/>
              </a:solidFill>
              <a:latin typeface="Nunito Sans"/>
              <a:ea typeface="Nunito Sans"/>
              <a:cs typeface="Nunito Sans"/>
              <a:sym typeface="Nunito Sans"/>
            </a:endParaRPr>
          </a:p>
          <a:p>
            <a:pPr marL="114300" indent="0">
              <a:buNone/>
            </a:pPr>
            <a:r>
              <a:rPr lang="en-US" dirty="0">
                <a:solidFill>
                  <a:schemeClr val="bg1"/>
                </a:solidFill>
                <a:latin typeface="Nunito Sans"/>
                <a:ea typeface="Nunito Sans"/>
                <a:cs typeface="Nunito Sans"/>
                <a:sym typeface="Nunito Sans"/>
              </a:rPr>
              <a:t>Performance ~ (student-intercept + </a:t>
            </a:r>
            <a:r>
              <a:rPr lang="en-US" dirty="0">
                <a:solidFill>
                  <a:schemeClr val="accent4">
                    <a:lumMod val="75000"/>
                  </a:schemeClr>
                </a:solidFill>
                <a:latin typeface="Nunito Sans"/>
                <a:ea typeface="Nunito Sans"/>
                <a:cs typeface="Nunito Sans"/>
                <a:sym typeface="Nunito Sans"/>
              </a:rPr>
              <a:t>item-intercept</a:t>
            </a:r>
            <a:r>
              <a:rPr lang="en-US" dirty="0">
                <a:solidFill>
                  <a:schemeClr val="bg1"/>
                </a:solidFill>
                <a:latin typeface="Nunito Sans"/>
                <a:ea typeface="Nunito Sans"/>
                <a:cs typeface="Nunito Sans"/>
                <a:sym typeface="Nunito Sans"/>
              </a:rPr>
              <a:t>) </a:t>
            </a:r>
          </a:p>
          <a:p>
            <a:pPr marL="114300" indent="0">
              <a:buNone/>
            </a:pPr>
            <a:r>
              <a:rPr lang="en-US" dirty="0">
                <a:solidFill>
                  <a:schemeClr val="bg1"/>
                </a:solidFill>
                <a:latin typeface="Nunito Sans"/>
                <a:ea typeface="Nunito Sans"/>
                <a:cs typeface="Nunito Sans"/>
                <a:sym typeface="Nunito Sans"/>
              </a:rPr>
              <a:t>		+ (learning rate) × </a:t>
            </a:r>
            <a:r>
              <a:rPr lang="en-US" dirty="0">
                <a:solidFill>
                  <a:schemeClr val="accent4">
                    <a:lumMod val="75000"/>
                  </a:schemeClr>
                </a:solidFill>
                <a:latin typeface="Nunito Sans"/>
                <a:ea typeface="Nunito Sans"/>
                <a:cs typeface="Nunito Sans"/>
                <a:sym typeface="Nunito Sans"/>
              </a:rPr>
              <a:t>log(</a:t>
            </a:r>
            <a:r>
              <a:rPr lang="en-US" dirty="0" err="1">
                <a:solidFill>
                  <a:schemeClr val="accent4">
                    <a:lumMod val="75000"/>
                  </a:schemeClr>
                </a:solidFill>
                <a:latin typeface="Nunito Sans"/>
                <a:ea typeface="Nunito Sans"/>
                <a:cs typeface="Nunito Sans"/>
                <a:sym typeface="Nunito Sans"/>
              </a:rPr>
              <a:t>opps</a:t>
            </a:r>
            <a:r>
              <a:rPr lang="en-US" dirty="0">
                <a:solidFill>
                  <a:schemeClr val="accent4">
                    <a:lumMod val="75000"/>
                  </a:schemeClr>
                </a:solidFill>
                <a:latin typeface="Nunito Sans"/>
                <a:ea typeface="Nunito Sans"/>
                <a:cs typeface="Nunito Sans"/>
                <a:sym typeface="Nunito Sans"/>
              </a:rPr>
              <a:t> + 1)</a:t>
            </a:r>
            <a:r>
              <a:rPr lang="en-US" dirty="0">
                <a:solidFill>
                  <a:schemeClr val="bg1"/>
                </a:solidFill>
                <a:latin typeface="Nunito Sans"/>
                <a:ea typeface="Nunito Sans"/>
                <a:cs typeface="Nunito Sans"/>
                <a:sym typeface="Nunito Sans"/>
              </a:rPr>
              <a:t>  	        	  </a:t>
            </a:r>
            <a:r>
              <a:rPr lang="en-US" b="1" dirty="0">
                <a:solidFill>
                  <a:schemeClr val="bg1"/>
                </a:solidFill>
                <a:latin typeface="Nunito Sans"/>
                <a:ea typeface="Nunito Sans"/>
                <a:cs typeface="Nunito Sans"/>
                <a:sym typeface="Nunito Sans"/>
              </a:rPr>
              <a:t>+item-intercept</a:t>
            </a:r>
          </a:p>
          <a:p>
            <a:pPr marL="114300" indent="0">
              <a:buNone/>
            </a:pPr>
            <a:endParaRPr lang="en-US" dirty="0">
              <a:solidFill>
                <a:schemeClr val="bg1"/>
              </a:solidFill>
              <a:latin typeface="Nunito Sans"/>
              <a:ea typeface="Nunito Sans"/>
              <a:cs typeface="Nunito Sans"/>
              <a:sym typeface="Nunito Sans"/>
            </a:endParaRPr>
          </a:p>
          <a:p>
            <a:pPr marL="114300" indent="0">
              <a:buNone/>
            </a:pPr>
            <a:r>
              <a:rPr lang="en-US" dirty="0">
                <a:solidFill>
                  <a:schemeClr val="bg1"/>
                </a:solidFill>
                <a:latin typeface="Nunito Sans"/>
                <a:ea typeface="Nunito Sans"/>
                <a:cs typeface="Nunito Sans"/>
                <a:sym typeface="Nunito Sans"/>
              </a:rPr>
              <a:t>Performance ~ (</a:t>
            </a:r>
            <a:r>
              <a:rPr lang="en-US" dirty="0">
                <a:solidFill>
                  <a:schemeClr val="accent6"/>
                </a:solidFill>
                <a:latin typeface="Nunito Sans"/>
                <a:ea typeface="Nunito Sans"/>
                <a:cs typeface="Nunito Sans"/>
                <a:sym typeface="Nunito Sans"/>
              </a:rPr>
              <a:t>student-intercept | practice-type </a:t>
            </a:r>
            <a:r>
              <a:rPr lang="en-US" dirty="0">
                <a:solidFill>
                  <a:schemeClr val="bg1"/>
                </a:solidFill>
                <a:latin typeface="Nunito Sans"/>
                <a:ea typeface="Nunito Sans"/>
                <a:cs typeface="Nunito Sans"/>
                <a:sym typeface="Nunito Sans"/>
              </a:rPr>
              <a:t>+  item-intercept) </a:t>
            </a:r>
          </a:p>
          <a:p>
            <a:pPr marL="114300" indent="0">
              <a:buNone/>
            </a:pPr>
            <a:r>
              <a:rPr lang="en-US" dirty="0">
                <a:solidFill>
                  <a:schemeClr val="bg1"/>
                </a:solidFill>
                <a:latin typeface="Nunito Sans"/>
                <a:ea typeface="Nunito Sans"/>
                <a:cs typeface="Nunito Sans"/>
                <a:sym typeface="Nunito Sans"/>
              </a:rPr>
              <a:t>		 + (learning rate) × log(</a:t>
            </a:r>
            <a:r>
              <a:rPr lang="en-US" dirty="0" err="1">
                <a:solidFill>
                  <a:schemeClr val="bg1"/>
                </a:solidFill>
                <a:latin typeface="Nunito Sans"/>
                <a:ea typeface="Nunito Sans"/>
                <a:cs typeface="Nunito Sans"/>
                <a:sym typeface="Nunito Sans"/>
              </a:rPr>
              <a:t>opps</a:t>
            </a:r>
            <a:r>
              <a:rPr lang="en-US" dirty="0">
                <a:solidFill>
                  <a:schemeClr val="bg1"/>
                </a:solidFill>
                <a:latin typeface="Nunito Sans"/>
                <a:ea typeface="Nunito Sans"/>
                <a:cs typeface="Nunito Sans"/>
                <a:sym typeface="Nunito Sans"/>
              </a:rPr>
              <a:t> + 1) 	                </a:t>
            </a:r>
            <a:r>
              <a:rPr lang="en-US" b="1" dirty="0">
                <a:solidFill>
                  <a:schemeClr val="bg1"/>
                </a:solidFill>
                <a:latin typeface="Nunito Sans"/>
                <a:ea typeface="Nunito Sans"/>
                <a:cs typeface="Nunito Sans"/>
                <a:sym typeface="Nunito Sans"/>
              </a:rPr>
              <a:t>+practice-type-split</a:t>
            </a:r>
            <a:r>
              <a:rPr lang="en-US" dirty="0">
                <a:solidFill>
                  <a:schemeClr val="bg1"/>
                </a:solidFill>
                <a:latin typeface="Nunito Sans"/>
                <a:ea typeface="Nunito Sans"/>
                <a:cs typeface="Nunito Sans"/>
                <a:sym typeface="Nunito Sans"/>
              </a:rPr>
              <a:t> </a:t>
            </a:r>
            <a:endParaRPr lang="en-US" dirty="0">
              <a:solidFill>
                <a:schemeClr val="accent6"/>
              </a:solidFill>
              <a:latin typeface="Nunito Sans"/>
              <a:ea typeface="Nunito Sans"/>
              <a:cs typeface="Nunito Sans"/>
              <a:sym typeface="Nunito Sans"/>
            </a:endParaRPr>
          </a:p>
          <a:p>
            <a:pPr marL="114300" indent="0">
              <a:buNone/>
            </a:pPr>
            <a:endParaRPr lang="en-US" dirty="0">
              <a:solidFill>
                <a:schemeClr val="accent6"/>
              </a:solidFill>
              <a:latin typeface="Nunito Sans"/>
              <a:ea typeface="Nunito Sans"/>
              <a:cs typeface="Nunito Sans"/>
              <a:sym typeface="Nunito Sans"/>
            </a:endParaRPr>
          </a:p>
          <a:p>
            <a:pPr marL="114300" indent="0">
              <a:buNone/>
            </a:pPr>
            <a:endParaRPr lang="en-US" dirty="0">
              <a:solidFill>
                <a:schemeClr val="accent6"/>
              </a:solidFill>
              <a:latin typeface="Nunito Sans"/>
              <a:ea typeface="Nunito Sans"/>
              <a:cs typeface="Nunito Sans"/>
              <a:sym typeface="Nunito Sans"/>
            </a:endParaRPr>
          </a:p>
          <a:p>
            <a:pPr marL="114300" indent="0">
              <a:buNone/>
            </a:pPr>
            <a:r>
              <a:rPr lang="en-US" dirty="0">
                <a:solidFill>
                  <a:schemeClr val="bg1"/>
                </a:solidFill>
                <a:latin typeface="Nunito Sans"/>
                <a:ea typeface="Nunito Sans"/>
                <a:cs typeface="Nunito Sans"/>
                <a:sym typeface="Nunito Sans"/>
              </a:rPr>
              <a:t>Performance ~ (student-intercept | practice-type + </a:t>
            </a:r>
          </a:p>
          <a:p>
            <a:pPr marL="114300" indent="0">
              <a:buNone/>
            </a:pPr>
            <a:r>
              <a:rPr lang="en-US" dirty="0">
                <a:solidFill>
                  <a:schemeClr val="bg1"/>
                </a:solidFill>
                <a:latin typeface="Nunito Sans"/>
                <a:ea typeface="Nunito Sans"/>
                <a:cs typeface="Nunito Sans"/>
                <a:sym typeface="Nunito Sans"/>
              </a:rPr>
              <a:t>		item-intercept + </a:t>
            </a:r>
            <a:r>
              <a:rPr lang="en-US" dirty="0" err="1">
                <a:solidFill>
                  <a:srgbClr val="FFFF00"/>
                </a:solidFill>
                <a:latin typeface="Nunito Sans"/>
                <a:ea typeface="Nunito Sans"/>
                <a:cs typeface="Nunito Sans"/>
                <a:sym typeface="Nunito Sans"/>
              </a:rPr>
              <a:t>session_time</a:t>
            </a:r>
            <a:r>
              <a:rPr lang="en-US" dirty="0">
                <a:solidFill>
                  <a:schemeClr val="bg1"/>
                </a:solidFill>
                <a:latin typeface="Nunito Sans"/>
                <a:ea typeface="Nunito Sans"/>
                <a:cs typeface="Nunito Sans"/>
                <a:sym typeface="Nunito Sans"/>
              </a:rPr>
              <a:t>) +</a:t>
            </a:r>
          </a:p>
          <a:p>
            <a:pPr marL="114300" indent="0">
              <a:buNone/>
            </a:pPr>
            <a:r>
              <a:rPr lang="en-US" dirty="0">
                <a:solidFill>
                  <a:schemeClr val="bg1"/>
                </a:solidFill>
                <a:latin typeface="Nunito Sans"/>
                <a:ea typeface="Nunito Sans"/>
                <a:cs typeface="Nunito Sans"/>
                <a:sym typeface="Nunito Sans"/>
              </a:rPr>
              <a:t>		 (learning rate) × log(</a:t>
            </a:r>
            <a:r>
              <a:rPr lang="en-US" dirty="0" err="1">
                <a:solidFill>
                  <a:schemeClr val="bg1"/>
                </a:solidFill>
                <a:latin typeface="Nunito Sans"/>
                <a:ea typeface="Nunito Sans"/>
                <a:cs typeface="Nunito Sans"/>
                <a:sym typeface="Nunito Sans"/>
              </a:rPr>
              <a:t>opps</a:t>
            </a:r>
            <a:r>
              <a:rPr lang="en-US" dirty="0">
                <a:solidFill>
                  <a:schemeClr val="bg1"/>
                </a:solidFill>
                <a:latin typeface="Nunito Sans"/>
                <a:ea typeface="Nunito Sans"/>
                <a:cs typeface="Nunito Sans"/>
                <a:sym typeface="Nunito Sans"/>
              </a:rPr>
              <a:t> + 1) | practice-type	</a:t>
            </a:r>
            <a:r>
              <a:rPr lang="en-US" b="1" dirty="0">
                <a:solidFill>
                  <a:schemeClr val="bg1"/>
                </a:solidFill>
                <a:latin typeface="Nunito Sans"/>
                <a:ea typeface="Nunito Sans"/>
                <a:cs typeface="Nunito Sans"/>
                <a:sym typeface="Nunito Sans"/>
              </a:rPr>
              <a:t>+time</a:t>
            </a:r>
          </a:p>
          <a:p>
            <a:pPr marL="114300" indent="0">
              <a:buNone/>
            </a:pPr>
            <a:endParaRPr lang="en-US" dirty="0">
              <a:solidFill>
                <a:schemeClr val="accent6"/>
              </a:solidFill>
              <a:latin typeface="Nunito Sans"/>
              <a:ea typeface="Nunito Sans"/>
              <a:cs typeface="Nunito Sans"/>
              <a:sym typeface="Nunito Sans"/>
            </a:endParaRPr>
          </a:p>
          <a:p>
            <a:pPr marL="114300" indent="0">
              <a:buNone/>
            </a:pPr>
            <a:endParaRPr lang="en-US" dirty="0">
              <a:solidFill>
                <a:schemeClr val="bg1"/>
              </a:solidFill>
              <a:latin typeface="Nunito Sans"/>
              <a:ea typeface="Nunito Sans"/>
              <a:cs typeface="Nunito Sans"/>
              <a:sym typeface="Nunito Sans"/>
            </a:endParaRPr>
          </a:p>
          <a:p>
            <a:pPr marL="114300" indent="0">
              <a:buNone/>
            </a:pPr>
            <a:endParaRPr lang="en-US" dirty="0">
              <a:solidFill>
                <a:schemeClr val="bg1"/>
              </a:solidFill>
              <a:latin typeface="Nunito Sans"/>
              <a:ea typeface="Nunito Sans"/>
              <a:cs typeface="Nunito Sans"/>
              <a:sym typeface="Nunito Sans"/>
            </a:endParaRPr>
          </a:p>
        </p:txBody>
      </p:sp>
    </p:spTree>
    <p:extLst>
      <p:ext uri="{BB962C8B-B14F-4D97-AF65-F5344CB8AC3E}">
        <p14:creationId xmlns:p14="http://schemas.microsoft.com/office/powerpoint/2010/main" val="27634603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40D32B4-54EF-DA34-AAAB-0CF27D1912FA}"/>
              </a:ext>
            </a:extLst>
          </p:cNvPr>
          <p:cNvPicPr>
            <a:picLocks noChangeAspect="1"/>
          </p:cNvPicPr>
          <p:nvPr/>
        </p:nvPicPr>
        <p:blipFill>
          <a:blip r:embed="rId2"/>
          <a:stretch>
            <a:fillRect/>
          </a:stretch>
        </p:blipFill>
        <p:spPr>
          <a:xfrm>
            <a:off x="0" y="1085267"/>
            <a:ext cx="9206640" cy="5238260"/>
          </a:xfrm>
          <a:prstGeom prst="rect">
            <a:avLst/>
          </a:prstGeom>
        </p:spPr>
      </p:pic>
      <p:sp>
        <p:nvSpPr>
          <p:cNvPr id="4" name="Title 3">
            <a:extLst>
              <a:ext uri="{FF2B5EF4-FFF2-40B4-BE49-F238E27FC236}">
                <a16:creationId xmlns:a16="http://schemas.microsoft.com/office/drawing/2014/main" id="{EE1B6B46-B625-8663-49FE-31C4885F5D57}"/>
              </a:ext>
            </a:extLst>
          </p:cNvPr>
          <p:cNvSpPr>
            <a:spLocks noGrp="1"/>
          </p:cNvSpPr>
          <p:nvPr>
            <p:ph type="title"/>
          </p:nvPr>
        </p:nvSpPr>
        <p:spPr>
          <a:xfrm>
            <a:off x="311700" y="152673"/>
            <a:ext cx="8520600" cy="763600"/>
          </a:xfrm>
        </p:spPr>
        <p:txBody>
          <a:bodyPr/>
          <a:lstStyle/>
          <a:p>
            <a:r>
              <a:rPr lang="en-US" dirty="0">
                <a:solidFill>
                  <a:schemeClr val="bg1"/>
                </a:solidFill>
              </a:rPr>
              <a:t>Black-box machine learning model</a:t>
            </a:r>
          </a:p>
        </p:txBody>
      </p:sp>
    </p:spTree>
    <p:extLst>
      <p:ext uri="{BB962C8B-B14F-4D97-AF65-F5344CB8AC3E}">
        <p14:creationId xmlns:p14="http://schemas.microsoft.com/office/powerpoint/2010/main" val="22073645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AC999-EFF7-24A6-11DE-D4EFB563C5BF}"/>
              </a:ext>
            </a:extLst>
          </p:cNvPr>
          <p:cNvSpPr>
            <a:spLocks noGrp="1"/>
          </p:cNvSpPr>
          <p:nvPr>
            <p:ph type="title"/>
          </p:nvPr>
        </p:nvSpPr>
        <p:spPr>
          <a:xfrm>
            <a:off x="311700" y="115057"/>
            <a:ext cx="8520600" cy="763600"/>
          </a:xfrm>
        </p:spPr>
        <p:txBody>
          <a:bodyPr>
            <a:normAutofit/>
          </a:bodyPr>
          <a:lstStyle/>
          <a:p>
            <a:r>
              <a:rPr lang="en-US" dirty="0">
                <a:solidFill>
                  <a:schemeClr val="bg1"/>
                </a:solidFill>
              </a:rPr>
              <a:t>Module practice helps future module practice most</a:t>
            </a:r>
          </a:p>
        </p:txBody>
      </p:sp>
      <p:sp>
        <p:nvSpPr>
          <p:cNvPr id="3" name="Text Placeholder 2">
            <a:extLst>
              <a:ext uri="{FF2B5EF4-FFF2-40B4-BE49-F238E27FC236}">
                <a16:creationId xmlns:a16="http://schemas.microsoft.com/office/drawing/2014/main" id="{25D6CE77-702A-117C-3412-EF86C61BA05B}"/>
              </a:ext>
            </a:extLst>
          </p:cNvPr>
          <p:cNvSpPr>
            <a:spLocks noGrp="1"/>
          </p:cNvSpPr>
          <p:nvPr>
            <p:ph type="body" idx="1"/>
          </p:nvPr>
        </p:nvSpPr>
        <p:spPr/>
        <p:txBody>
          <a:bodyPr/>
          <a:lstStyle/>
          <a:p>
            <a:endParaRPr lang="en-US"/>
          </a:p>
        </p:txBody>
      </p:sp>
      <p:pic>
        <p:nvPicPr>
          <p:cNvPr id="6" name="Picture 5">
            <a:extLst>
              <a:ext uri="{FF2B5EF4-FFF2-40B4-BE49-F238E27FC236}">
                <a16:creationId xmlns:a16="http://schemas.microsoft.com/office/drawing/2014/main" id="{9BDA1E89-DDC8-EEB0-45B9-8BEEE308243D}"/>
              </a:ext>
            </a:extLst>
          </p:cNvPr>
          <p:cNvPicPr>
            <a:picLocks noChangeAspect="1"/>
          </p:cNvPicPr>
          <p:nvPr/>
        </p:nvPicPr>
        <p:blipFill>
          <a:blip r:embed="rId2"/>
          <a:stretch>
            <a:fillRect/>
          </a:stretch>
        </p:blipFill>
        <p:spPr>
          <a:xfrm>
            <a:off x="392690" y="984281"/>
            <a:ext cx="8598910" cy="4889437"/>
          </a:xfrm>
          <a:prstGeom prst="rect">
            <a:avLst/>
          </a:prstGeom>
        </p:spPr>
      </p:pic>
    </p:spTree>
    <p:extLst>
      <p:ext uri="{BB962C8B-B14F-4D97-AF65-F5344CB8AC3E}">
        <p14:creationId xmlns:p14="http://schemas.microsoft.com/office/powerpoint/2010/main" val="165712225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A05CDFC-5D23-66B4-0C95-6571D7521089}"/>
              </a:ext>
            </a:extLst>
          </p:cNvPr>
          <p:cNvPicPr>
            <a:picLocks noChangeAspect="1"/>
          </p:cNvPicPr>
          <p:nvPr/>
        </p:nvPicPr>
        <p:blipFill>
          <a:blip r:embed="rId2"/>
          <a:stretch>
            <a:fillRect/>
          </a:stretch>
        </p:blipFill>
        <p:spPr>
          <a:xfrm>
            <a:off x="308758" y="1375715"/>
            <a:ext cx="8713801" cy="4280195"/>
          </a:xfrm>
          <a:prstGeom prst="rect">
            <a:avLst/>
          </a:prstGeom>
        </p:spPr>
      </p:pic>
      <p:sp>
        <p:nvSpPr>
          <p:cNvPr id="2" name="Title 1">
            <a:extLst>
              <a:ext uri="{FF2B5EF4-FFF2-40B4-BE49-F238E27FC236}">
                <a16:creationId xmlns:a16="http://schemas.microsoft.com/office/drawing/2014/main" id="{D5E2338F-AD69-F06A-B521-CE05C286F05F}"/>
              </a:ext>
            </a:extLst>
          </p:cNvPr>
          <p:cNvSpPr>
            <a:spLocks noGrp="1"/>
          </p:cNvSpPr>
          <p:nvPr>
            <p:ph type="title"/>
          </p:nvPr>
        </p:nvSpPr>
        <p:spPr>
          <a:xfrm>
            <a:off x="331684" y="224273"/>
            <a:ext cx="8520600" cy="763600"/>
          </a:xfrm>
        </p:spPr>
        <p:txBody>
          <a:bodyPr>
            <a:normAutofit fontScale="90000"/>
          </a:bodyPr>
          <a:lstStyle/>
          <a:p>
            <a:r>
              <a:rPr lang="en-US" dirty="0">
                <a:solidFill>
                  <a:schemeClr val="bg1"/>
                </a:solidFill>
              </a:rPr>
              <a:t>Incorporating response time fixes predictions for</a:t>
            </a:r>
            <a:br>
              <a:rPr lang="en-US" dirty="0">
                <a:solidFill>
                  <a:schemeClr val="bg1"/>
                </a:solidFill>
              </a:rPr>
            </a:br>
            <a:r>
              <a:rPr lang="en-US" dirty="0">
                <a:solidFill>
                  <a:schemeClr val="bg1"/>
                </a:solidFill>
              </a:rPr>
              <a:t>rushed sessions</a:t>
            </a:r>
          </a:p>
        </p:txBody>
      </p:sp>
      <p:sp>
        <p:nvSpPr>
          <p:cNvPr id="5" name="Rectangle 4">
            <a:extLst>
              <a:ext uri="{FF2B5EF4-FFF2-40B4-BE49-F238E27FC236}">
                <a16:creationId xmlns:a16="http://schemas.microsoft.com/office/drawing/2014/main" id="{0909AB45-C5E8-265D-2C8F-0E1A56AC866E}"/>
              </a:ext>
            </a:extLst>
          </p:cNvPr>
          <p:cNvSpPr/>
          <p:nvPr/>
        </p:nvSpPr>
        <p:spPr>
          <a:xfrm>
            <a:off x="4936229" y="3700479"/>
            <a:ext cx="3715356" cy="109504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5">
            <a:extLst>
              <a:ext uri="{FF2B5EF4-FFF2-40B4-BE49-F238E27FC236}">
                <a16:creationId xmlns:a16="http://schemas.microsoft.com/office/drawing/2014/main" id="{C933AC4E-3762-EA0D-8C00-2F61AF73F1B7}"/>
              </a:ext>
            </a:extLst>
          </p:cNvPr>
          <p:cNvSpPr txBox="1"/>
          <p:nvPr/>
        </p:nvSpPr>
        <p:spPr>
          <a:xfrm>
            <a:off x="1308261" y="1870553"/>
            <a:ext cx="2044149" cy="646331"/>
          </a:xfrm>
          <a:prstGeom prst="rect">
            <a:avLst/>
          </a:prstGeom>
          <a:noFill/>
        </p:spPr>
        <p:txBody>
          <a:bodyPr wrap="none" rtlCol="0">
            <a:spAutoFit/>
          </a:bodyPr>
          <a:lstStyle/>
          <a:p>
            <a:r>
              <a:rPr lang="en-US" sz="1800" dirty="0">
                <a:solidFill>
                  <a:schemeClr val="tx1">
                    <a:lumMod val="50000"/>
                    <a:lumOff val="50000"/>
                  </a:schemeClr>
                </a:solidFill>
              </a:rPr>
              <a:t>Student’s average</a:t>
            </a:r>
          </a:p>
          <a:p>
            <a:r>
              <a:rPr lang="en-US" sz="1800" dirty="0">
                <a:solidFill>
                  <a:schemeClr val="tx1">
                    <a:lumMod val="50000"/>
                    <a:lumOff val="50000"/>
                  </a:schemeClr>
                </a:solidFill>
              </a:rPr>
              <a:t>pace prediction</a:t>
            </a:r>
          </a:p>
        </p:txBody>
      </p:sp>
      <p:sp>
        <p:nvSpPr>
          <p:cNvPr id="7" name="TextBox 6">
            <a:extLst>
              <a:ext uri="{FF2B5EF4-FFF2-40B4-BE49-F238E27FC236}">
                <a16:creationId xmlns:a16="http://schemas.microsoft.com/office/drawing/2014/main" id="{BFDFA547-2C01-6C26-7511-E82E4D6794B4}"/>
              </a:ext>
            </a:extLst>
          </p:cNvPr>
          <p:cNvSpPr txBox="1"/>
          <p:nvPr/>
        </p:nvSpPr>
        <p:spPr>
          <a:xfrm>
            <a:off x="2330336" y="3515813"/>
            <a:ext cx="1877437" cy="369332"/>
          </a:xfrm>
          <a:prstGeom prst="rect">
            <a:avLst/>
          </a:prstGeom>
          <a:noFill/>
        </p:spPr>
        <p:txBody>
          <a:bodyPr wrap="none" rtlCol="0">
            <a:spAutoFit/>
          </a:bodyPr>
          <a:lstStyle/>
          <a:p>
            <a:r>
              <a:rPr lang="en-US" sz="1800" dirty="0">
                <a:solidFill>
                  <a:srgbClr val="AF3E11"/>
                </a:solidFill>
              </a:rPr>
              <a:t>Model prediction</a:t>
            </a:r>
          </a:p>
        </p:txBody>
      </p:sp>
    </p:spTree>
    <p:extLst>
      <p:ext uri="{BB962C8B-B14F-4D97-AF65-F5344CB8AC3E}">
        <p14:creationId xmlns:p14="http://schemas.microsoft.com/office/powerpoint/2010/main" val="27132191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0E6F9-D142-6651-D49C-E0E119B33E46}"/>
              </a:ext>
            </a:extLst>
          </p:cNvPr>
          <p:cNvSpPr>
            <a:spLocks noGrp="1"/>
          </p:cNvSpPr>
          <p:nvPr>
            <p:ph type="title"/>
          </p:nvPr>
        </p:nvSpPr>
        <p:spPr/>
        <p:txBody>
          <a:bodyPr>
            <a:normAutofit/>
          </a:bodyPr>
          <a:lstStyle/>
          <a:p>
            <a:r>
              <a:rPr lang="en-US" b="1" dirty="0">
                <a:solidFill>
                  <a:schemeClr val="bg1"/>
                </a:solidFill>
              </a:rPr>
              <a:t>Penalty vs learning signal, per attempt</a:t>
            </a:r>
            <a:endParaRPr lang="en-US" dirty="0">
              <a:solidFill>
                <a:schemeClr val="bg1"/>
              </a:solidFill>
            </a:endParaRPr>
          </a:p>
        </p:txBody>
      </p:sp>
      <p:pic>
        <p:nvPicPr>
          <p:cNvPr id="3" name="Picture 2">
            <a:extLst>
              <a:ext uri="{FF2B5EF4-FFF2-40B4-BE49-F238E27FC236}">
                <a16:creationId xmlns:a16="http://schemas.microsoft.com/office/drawing/2014/main" id="{8A10A3FC-987C-47F9-BEAB-B27C8BFB0700}"/>
              </a:ext>
            </a:extLst>
          </p:cNvPr>
          <p:cNvPicPr>
            <a:picLocks noChangeAspect="1"/>
          </p:cNvPicPr>
          <p:nvPr/>
        </p:nvPicPr>
        <p:blipFill>
          <a:blip r:embed="rId3"/>
          <a:stretch>
            <a:fillRect/>
          </a:stretch>
        </p:blipFill>
        <p:spPr>
          <a:xfrm>
            <a:off x="125643" y="1201830"/>
            <a:ext cx="8892713" cy="4454339"/>
          </a:xfrm>
          <a:prstGeom prst="rect">
            <a:avLst/>
          </a:prstGeom>
        </p:spPr>
      </p:pic>
    </p:spTree>
    <p:extLst>
      <p:ext uri="{BB962C8B-B14F-4D97-AF65-F5344CB8AC3E}">
        <p14:creationId xmlns:p14="http://schemas.microsoft.com/office/powerpoint/2010/main" val="1637427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C005A3E-1B8B-066D-03DB-7B45542548C9}"/>
              </a:ext>
            </a:extLst>
          </p:cNvPr>
          <p:cNvSpPr txBox="1"/>
          <p:nvPr/>
        </p:nvSpPr>
        <p:spPr>
          <a:xfrm>
            <a:off x="274319" y="1402777"/>
            <a:ext cx="3252651" cy="489364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Myriad Pro"/>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150,000 sessions / semester</a:t>
            </a:r>
          </a:p>
          <a:p>
            <a:pPr marL="0" marR="0" lvl="0" indent="0" algn="l" defTabSz="914400" rtl="0" eaLnBrk="1" fontAlgn="auto" latinLnBrk="0" hangingPunct="1">
              <a:lnSpc>
                <a:spcPct val="100000"/>
              </a:lnSpc>
              <a:spcBef>
                <a:spcPts val="0"/>
              </a:spcBef>
              <a:spcAft>
                <a:spcPts val="0"/>
              </a:spcAft>
              <a:buClrTx/>
              <a:buSzTx/>
              <a:buFontTx/>
              <a:buNone/>
              <a:tabLst/>
              <a:defRPr>
                <a:latin typeface="Myriad Pro"/>
              </a:defRPr>
            </a:pPr>
            <a:endPar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latin typeface="Myriad Pro"/>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Improved chemical reasoning and experimental design (within-teacher randomized control trial)</a:t>
            </a:r>
            <a:b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br>
            <a:endPar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latin typeface="Myriad Pro"/>
              </a:defRPr>
            </a:pPr>
            <a:r>
              <a:rPr kumimoji="0" lang="en-US" sz="2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Difficult to scale – live instructor support typically needed</a:t>
            </a:r>
          </a:p>
        </p:txBody>
      </p:sp>
      <p:sp>
        <p:nvSpPr>
          <p:cNvPr id="10" name="TextBox 9">
            <a:extLst>
              <a:ext uri="{FF2B5EF4-FFF2-40B4-BE49-F238E27FC236}">
                <a16:creationId xmlns:a16="http://schemas.microsoft.com/office/drawing/2014/main" id="{051329C3-CDF2-2FEB-EC35-8B11A78E370C}"/>
              </a:ext>
            </a:extLst>
          </p:cNvPr>
          <p:cNvSpPr txBox="1"/>
          <p:nvPr/>
        </p:nvSpPr>
        <p:spPr>
          <a:xfrm>
            <a:off x="3662499" y="6427945"/>
            <a:ext cx="3092439" cy="31146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Myriad Pro"/>
              </a:defRPr>
            </a:pPr>
            <a:r>
              <a:rPr kumimoji="0" lang="en-US" sz="867" b="0" i="0" u="none" strike="noStrike" kern="1200" cap="none" spc="0" normalizeH="0" baseline="0" noProof="0" dirty="0">
                <a:ln>
                  <a:noFill/>
                </a:ln>
                <a:solidFill>
                  <a:prstClr val="white"/>
                </a:solidFill>
                <a:effectLst/>
                <a:uLnTx/>
                <a:uFillTx/>
                <a:latin typeface="Myriad Pro"/>
                <a:ea typeface="+mn-ea"/>
                <a:cs typeface="+mn-cs"/>
              </a:rPr>
              <a:t>McCormick, S et al. </a:t>
            </a:r>
            <a:r>
              <a:rPr kumimoji="0" lang="en-US" sz="867" b="0" i="1" u="none" strike="noStrike" kern="1200" cap="none" spc="0" normalizeH="0" baseline="0" noProof="0" dirty="0">
                <a:ln>
                  <a:noFill/>
                </a:ln>
                <a:solidFill>
                  <a:prstClr val="white"/>
                </a:solidFill>
                <a:effectLst/>
                <a:uLnTx/>
                <a:uFillTx/>
                <a:latin typeface="Myriad Pro"/>
                <a:ea typeface="+mn-ea"/>
                <a:cs typeface="+mn-cs"/>
              </a:rPr>
              <a:t>J. Chem. Educ.</a:t>
            </a:r>
            <a:r>
              <a:rPr kumimoji="0" lang="en-US" sz="867" b="0" i="0" u="none" strike="noStrike" kern="1200" cap="none" spc="0" normalizeH="0" baseline="0" noProof="0" dirty="0">
                <a:ln>
                  <a:noFill/>
                </a:ln>
                <a:solidFill>
                  <a:prstClr val="white"/>
                </a:solidFill>
                <a:effectLst/>
                <a:uLnTx/>
                <a:uFillTx/>
                <a:latin typeface="Myriad Pro"/>
                <a:ea typeface="+mn-ea"/>
                <a:cs typeface="+mn-cs"/>
              </a:rPr>
              <a:t> </a:t>
            </a:r>
            <a:r>
              <a:rPr kumimoji="0" lang="en-US" sz="867" b="1" i="0" u="none" strike="noStrike" kern="1200" cap="none" spc="0" normalizeH="0" baseline="0" noProof="0" dirty="0">
                <a:ln>
                  <a:noFill/>
                </a:ln>
                <a:solidFill>
                  <a:prstClr val="white"/>
                </a:solidFill>
                <a:effectLst/>
                <a:uLnTx/>
                <a:uFillTx/>
                <a:latin typeface="Myriad Pro"/>
                <a:ea typeface="+mn-ea"/>
                <a:cs typeface="+mn-cs"/>
              </a:rPr>
              <a:t>2023</a:t>
            </a:r>
            <a:r>
              <a:rPr kumimoji="0" lang="en-US" sz="867" b="0" i="0" u="none" strike="noStrike" kern="1200" cap="none" spc="0" normalizeH="0" baseline="0" noProof="0" dirty="0">
                <a:ln>
                  <a:noFill/>
                </a:ln>
                <a:solidFill>
                  <a:prstClr val="white"/>
                </a:solidFill>
                <a:effectLst/>
                <a:uLnTx/>
                <a:uFillTx/>
                <a:latin typeface="Myriad Pro"/>
                <a:ea typeface="+mn-ea"/>
                <a:cs typeface="+mn-cs"/>
              </a:rPr>
              <a:t>, </a:t>
            </a:r>
            <a:r>
              <a:rPr kumimoji="0" lang="en-US" sz="867" b="0" i="1" u="none" strike="noStrike" kern="1200" cap="none" spc="0" normalizeH="0" baseline="0" noProof="0" dirty="0">
                <a:ln>
                  <a:noFill/>
                </a:ln>
                <a:solidFill>
                  <a:prstClr val="white"/>
                </a:solidFill>
                <a:effectLst/>
                <a:uLnTx/>
                <a:uFillTx/>
                <a:latin typeface="Myriad Pro"/>
                <a:ea typeface="+mn-ea"/>
                <a:cs typeface="+mn-cs"/>
              </a:rPr>
              <a:t>100</a:t>
            </a:r>
            <a:r>
              <a:rPr kumimoji="0" lang="en-US" sz="867" b="0" i="0" u="none" strike="noStrike" kern="1200" cap="none" spc="0" normalizeH="0" baseline="0" noProof="0" dirty="0">
                <a:ln>
                  <a:noFill/>
                </a:ln>
                <a:solidFill>
                  <a:prstClr val="white"/>
                </a:solidFill>
                <a:effectLst/>
                <a:uLnTx/>
                <a:uFillTx/>
                <a:latin typeface="Myriad Pro"/>
                <a:ea typeface="+mn-ea"/>
                <a:cs typeface="+mn-cs"/>
              </a:rPr>
              <a:t> (6), 2116–2131. </a:t>
            </a:r>
            <a:r>
              <a:rPr kumimoji="0" lang="en-US" sz="867" b="0" i="0" u="none" strike="noStrike" kern="1200" cap="none" spc="0" normalizeH="0" baseline="0" noProof="0" dirty="0">
                <a:ln>
                  <a:noFill/>
                </a:ln>
                <a:solidFill>
                  <a:prstClr val="white"/>
                </a:solidFill>
                <a:effectLst/>
                <a:uLnTx/>
                <a:uFillTx/>
                <a:latin typeface="Myriad Pro"/>
                <a:ea typeface="+mn-ea"/>
                <a:cs typeface="+mn-cs"/>
                <a:hlinkClick r:id="rId3">
                  <a:extLst>
                    <a:ext uri="{A12FA001-AC4F-418D-AE19-62706E023703}">
                      <ahyp:hlinkClr xmlns:ahyp="http://schemas.microsoft.com/office/drawing/2018/hyperlinkcolor" val="tx"/>
                    </a:ext>
                  </a:extLst>
                </a:hlinkClick>
              </a:rPr>
              <a:t>https://doi.org/10.1021/acs.jchemed.2c01106</a:t>
            </a:r>
            <a:r>
              <a:rPr kumimoji="0" lang="en-US" sz="867" b="0" i="0" u="none" strike="noStrike" kern="1200" cap="none" spc="0" normalizeH="0" baseline="0" noProof="0" dirty="0">
                <a:ln>
                  <a:noFill/>
                </a:ln>
                <a:solidFill>
                  <a:prstClr val="white"/>
                </a:solidFill>
                <a:effectLst/>
                <a:uLnTx/>
                <a:uFillTx/>
                <a:latin typeface="Myriad Pro"/>
                <a:ea typeface="+mn-ea"/>
                <a:cs typeface="+mn-cs"/>
              </a:rPr>
              <a:t>.</a:t>
            </a:r>
          </a:p>
        </p:txBody>
      </p:sp>
      <p:pic>
        <p:nvPicPr>
          <p:cNvPr id="12" name="Picture 11">
            <a:extLst>
              <a:ext uri="{FF2B5EF4-FFF2-40B4-BE49-F238E27FC236}">
                <a16:creationId xmlns:a16="http://schemas.microsoft.com/office/drawing/2014/main" id="{4AF4C1F3-9DCE-26F3-2B5F-25F7C3666962}"/>
              </a:ext>
            </a:extLst>
          </p:cNvPr>
          <p:cNvPicPr>
            <a:picLocks noChangeAspect="1"/>
          </p:cNvPicPr>
          <p:nvPr/>
        </p:nvPicPr>
        <p:blipFill>
          <a:blip r:embed="rId4"/>
          <a:stretch>
            <a:fillRect/>
          </a:stretch>
        </p:blipFill>
        <p:spPr>
          <a:xfrm>
            <a:off x="3662499" y="2405533"/>
            <a:ext cx="5207180" cy="3562108"/>
          </a:xfrm>
          <a:prstGeom prst="rect">
            <a:avLst/>
          </a:prstGeom>
        </p:spPr>
      </p:pic>
      <p:pic>
        <p:nvPicPr>
          <p:cNvPr id="13" name="Picture 12">
            <a:extLst>
              <a:ext uri="{FF2B5EF4-FFF2-40B4-BE49-F238E27FC236}">
                <a16:creationId xmlns:a16="http://schemas.microsoft.com/office/drawing/2014/main" id="{22B0B77E-92F5-90BB-5BF9-F5C7B3E46DCB}"/>
              </a:ext>
            </a:extLst>
          </p:cNvPr>
          <p:cNvPicPr>
            <a:picLocks noChangeAspect="1"/>
          </p:cNvPicPr>
          <p:nvPr/>
        </p:nvPicPr>
        <p:blipFill>
          <a:blip r:embed="rId5"/>
          <a:stretch>
            <a:fillRect/>
          </a:stretch>
        </p:blipFill>
        <p:spPr>
          <a:xfrm>
            <a:off x="3662499" y="1941918"/>
            <a:ext cx="1505566" cy="440653"/>
          </a:xfrm>
          <a:prstGeom prst="rect">
            <a:avLst/>
          </a:prstGeom>
        </p:spPr>
      </p:pic>
      <p:sp>
        <p:nvSpPr>
          <p:cNvPr id="4" name="TextBox 4">
            <a:extLst>
              <a:ext uri="{FF2B5EF4-FFF2-40B4-BE49-F238E27FC236}">
                <a16:creationId xmlns:a16="http://schemas.microsoft.com/office/drawing/2014/main" id="{4E68EA00-8630-DE35-07AE-F78372508672}"/>
              </a:ext>
            </a:extLst>
          </p:cNvPr>
          <p:cNvSpPr txBox="1">
            <a:spLocks noGrp="1"/>
          </p:cNvSpPr>
          <p:nvPr>
            <p:ph type="title" idx="4294967295"/>
          </p:nvPr>
        </p:nvSpPr>
        <p:spPr>
          <a:xfrm>
            <a:off x="411480" y="274320"/>
            <a:ext cx="8321040" cy="822960"/>
          </a:xfrm>
          <a:prstGeom prst="rect">
            <a:avLst/>
          </a:prstGeom>
          <a:noFill/>
          <a:effectLst/>
        </p:spPr>
        <p:txBody>
          <a:bodyPr wrap="square" lIns="0" tIns="0" rIns="0" bIns="0" anchor="b">
            <a:normAutofit/>
          </a:bodyPr>
          <a:lstStyle>
            <a:defPPr>
              <a:defRPr lang="en-US"/>
            </a:defPPr>
            <a:lvl1pPr marL="0" algn="l" defTabSz="1371600" rtl="0" eaLnBrk="1" latinLnBrk="0" hangingPunct="1">
              <a:defRPr sz="2700" kern="1200">
                <a:solidFill>
                  <a:srgbClr val="000000"/>
                </a:solidFill>
                <a:latin typeface="+mn-lt"/>
                <a:ea typeface="+mn-ea"/>
                <a:cs typeface="+mn-cs"/>
              </a:defRPr>
            </a:lvl1pPr>
            <a:lvl2pPr marL="685800" algn="l" defTabSz="1371600" rtl="0" eaLnBrk="1" latinLnBrk="0" hangingPunct="1">
              <a:defRPr sz="2700" kern="1200">
                <a:solidFill>
                  <a:srgbClr val="000000"/>
                </a:solidFill>
                <a:latin typeface="+mn-lt"/>
                <a:ea typeface="+mn-ea"/>
                <a:cs typeface="+mn-cs"/>
              </a:defRPr>
            </a:lvl2pPr>
            <a:lvl3pPr marL="1371600" algn="l" defTabSz="1371600" rtl="0" eaLnBrk="1" latinLnBrk="0" hangingPunct="1">
              <a:defRPr sz="2700" kern="1200">
                <a:solidFill>
                  <a:srgbClr val="000000"/>
                </a:solidFill>
                <a:latin typeface="+mn-lt"/>
                <a:ea typeface="+mn-ea"/>
                <a:cs typeface="+mn-cs"/>
              </a:defRPr>
            </a:lvl3pPr>
            <a:lvl4pPr marL="2057400" algn="l" defTabSz="1371600" rtl="0" eaLnBrk="1" latinLnBrk="0" hangingPunct="1">
              <a:defRPr sz="2700" kern="1200">
                <a:solidFill>
                  <a:srgbClr val="000000"/>
                </a:solidFill>
                <a:latin typeface="+mn-lt"/>
                <a:ea typeface="+mn-ea"/>
                <a:cs typeface="+mn-cs"/>
              </a:defRPr>
            </a:lvl4pPr>
            <a:lvl5pPr marL="2743200" algn="l" defTabSz="1371600" rtl="0" eaLnBrk="1" latinLnBrk="0" hangingPunct="1">
              <a:defRPr sz="2700" kern="1200">
                <a:solidFill>
                  <a:srgbClr val="000000"/>
                </a:solidFill>
                <a:latin typeface="+mn-lt"/>
                <a:ea typeface="+mn-ea"/>
                <a:cs typeface="+mn-cs"/>
              </a:defRPr>
            </a:lvl5pPr>
            <a:lvl6pPr marL="3429000" algn="l" defTabSz="1371600" rtl="0" eaLnBrk="1" latinLnBrk="0" hangingPunct="1">
              <a:defRPr sz="2700" kern="1200">
                <a:solidFill>
                  <a:srgbClr val="000000"/>
                </a:solidFill>
                <a:latin typeface="+mn-lt"/>
                <a:ea typeface="+mn-ea"/>
                <a:cs typeface="+mn-cs"/>
              </a:defRPr>
            </a:lvl6pPr>
            <a:lvl7pPr marL="4114800" algn="l" defTabSz="1371600" rtl="0" eaLnBrk="1" latinLnBrk="0" hangingPunct="1">
              <a:defRPr sz="2700" kern="1200">
                <a:solidFill>
                  <a:srgbClr val="000000"/>
                </a:solidFill>
                <a:latin typeface="+mn-lt"/>
                <a:ea typeface="+mn-ea"/>
                <a:cs typeface="+mn-cs"/>
              </a:defRPr>
            </a:lvl7pPr>
            <a:lvl8pPr marL="4800600" algn="l" defTabSz="1371600" rtl="0" eaLnBrk="1" latinLnBrk="0" hangingPunct="1">
              <a:defRPr sz="2700" kern="1200">
                <a:solidFill>
                  <a:srgbClr val="000000"/>
                </a:solidFill>
                <a:latin typeface="+mn-lt"/>
                <a:ea typeface="+mn-ea"/>
                <a:cs typeface="+mn-cs"/>
              </a:defRPr>
            </a:lvl8pPr>
            <a:lvl9pPr marL="5486400" algn="l" defTabSz="1371600" rtl="0" eaLnBrk="1" latinLnBrk="0" hangingPunct="1">
              <a:defRPr sz="2700" kern="1200">
                <a:solidFill>
                  <a:srgbClr val="000000"/>
                </a:solidFill>
                <a:latin typeface="+mn-lt"/>
                <a:ea typeface="+mn-ea"/>
                <a:cs typeface="+mn-cs"/>
              </a:defRPr>
            </a:lvl9pPr>
          </a:lstStyle>
          <a:p>
            <a:pPr algn="l"/>
            <a:r>
              <a:rPr lang="en-US" sz="3600" cap="none" dirty="0">
                <a:solidFill>
                  <a:srgbClr val="FFFFFF"/>
                </a:solidFill>
                <a:latin typeface="Arial" panose="020B0604020202020204" pitchFamily="34" charset="0"/>
                <a:cs typeface="Arial" panose="020B0604020202020204" pitchFamily="34" charset="0"/>
              </a:rPr>
              <a:t>Virtual labs complement in-person lab</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Shape 176">
          <a:extLst>
            <a:ext uri="{FF2B5EF4-FFF2-40B4-BE49-F238E27FC236}">
              <a16:creationId xmlns:a16="http://schemas.microsoft.com/office/drawing/2014/main" id="{A50441F2-B17D-3BB9-2E5E-FEB945FA98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72C8D5A-BDEA-E529-1E5C-2BC532826B63}"/>
              </a:ext>
            </a:extLst>
          </p:cNvPr>
          <p:cNvSpPr>
            <a:spLocks noGrp="1"/>
          </p:cNvSpPr>
          <p:nvPr>
            <p:ph type="title"/>
          </p:nvPr>
        </p:nvSpPr>
        <p:spPr>
          <a:xfrm>
            <a:off x="84113" y="182562"/>
            <a:ext cx="8520600" cy="572700"/>
          </a:xfrm>
        </p:spPr>
        <p:txBody>
          <a:bodyPr>
            <a:noAutofit/>
          </a:bodyPr>
          <a:lstStyle/>
          <a:p>
            <a:r>
              <a:rPr lang="en-US" sz="3200" b="1" dirty="0">
                <a:solidFill>
                  <a:schemeClr val="bg1"/>
                </a:solidFill>
                <a:latin typeface="Raleway" pitchFamily="2" charset="77"/>
              </a:rPr>
              <a:t>REAL CHEM – Research-driven design</a:t>
            </a:r>
          </a:p>
        </p:txBody>
      </p:sp>
      <p:sp>
        <p:nvSpPr>
          <p:cNvPr id="8" name="TextBox 7">
            <a:extLst>
              <a:ext uri="{FF2B5EF4-FFF2-40B4-BE49-F238E27FC236}">
                <a16:creationId xmlns:a16="http://schemas.microsoft.com/office/drawing/2014/main" id="{01EAF8EA-F5C2-7C0B-4735-E9C2F43ACE23}"/>
              </a:ext>
            </a:extLst>
          </p:cNvPr>
          <p:cNvSpPr txBox="1"/>
          <p:nvPr/>
        </p:nvSpPr>
        <p:spPr>
          <a:xfrm>
            <a:off x="345385" y="5622982"/>
            <a:ext cx="6870424" cy="253916"/>
          </a:xfrm>
          <a:prstGeom prst="rect">
            <a:avLst/>
          </a:prstGeom>
          <a:noFill/>
        </p:spPr>
        <p:txBody>
          <a:bodyPr wrap="square">
            <a:spAutoFit/>
          </a:bodyPr>
          <a:lstStyle/>
          <a:p>
            <a:pPr>
              <a:buNone/>
            </a:pPr>
            <a:r>
              <a:rPr lang="en-US" sz="1050" dirty="0">
                <a:solidFill>
                  <a:schemeClr val="bg1"/>
                </a:solidFill>
              </a:rPr>
              <a:t>Koedinger, K. R.; </a:t>
            </a:r>
            <a:r>
              <a:rPr lang="en-US" sz="1050" dirty="0" err="1">
                <a:solidFill>
                  <a:schemeClr val="bg1"/>
                </a:solidFill>
              </a:rPr>
              <a:t>Scheines</a:t>
            </a:r>
            <a:r>
              <a:rPr lang="en-US" sz="1050" dirty="0">
                <a:solidFill>
                  <a:schemeClr val="bg1"/>
                </a:solidFill>
              </a:rPr>
              <a:t>, R.; Schaldenbrand, P. Is the Doer Effect Robust Across Multiple Data Sets?</a:t>
            </a:r>
          </a:p>
        </p:txBody>
      </p:sp>
      <p:sp>
        <p:nvSpPr>
          <p:cNvPr id="10" name="TextBox 9">
            <a:extLst>
              <a:ext uri="{FF2B5EF4-FFF2-40B4-BE49-F238E27FC236}">
                <a16:creationId xmlns:a16="http://schemas.microsoft.com/office/drawing/2014/main" id="{57AB8EBA-F31A-7160-C1C2-9E36BA008D96}"/>
              </a:ext>
            </a:extLst>
          </p:cNvPr>
          <p:cNvSpPr txBox="1"/>
          <p:nvPr/>
        </p:nvSpPr>
        <p:spPr>
          <a:xfrm>
            <a:off x="5595780" y="1806316"/>
            <a:ext cx="3747052" cy="2123658"/>
          </a:xfrm>
          <a:prstGeom prst="rect">
            <a:avLst/>
          </a:prstGeom>
          <a:noFill/>
        </p:spPr>
        <p:txBody>
          <a:bodyPr wrap="square" rtlCol="0">
            <a:spAutoFit/>
          </a:bodyPr>
          <a:lstStyle/>
          <a:p>
            <a:r>
              <a:rPr lang="en-US" sz="2200" b="1" dirty="0">
                <a:solidFill>
                  <a:schemeClr val="bg1"/>
                </a:solidFill>
              </a:rPr>
              <a:t>Learn by doing </a:t>
            </a:r>
          </a:p>
          <a:p>
            <a:endParaRPr lang="en-US" sz="2200" dirty="0">
              <a:solidFill>
                <a:schemeClr val="bg1"/>
              </a:solidFill>
            </a:endParaRPr>
          </a:p>
          <a:p>
            <a:r>
              <a:rPr lang="en-US" sz="2200" dirty="0">
                <a:solidFill>
                  <a:schemeClr val="bg1"/>
                </a:solidFill>
              </a:rPr>
              <a:t>“doer effect” - interactive practice often 5x more effective than reading or watching video</a:t>
            </a:r>
          </a:p>
        </p:txBody>
      </p:sp>
    </p:spTree>
    <p:extLst>
      <p:ext uri="{BB962C8B-B14F-4D97-AF65-F5344CB8AC3E}">
        <p14:creationId xmlns:p14="http://schemas.microsoft.com/office/powerpoint/2010/main" val="1162849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Shape 176">
          <a:extLst>
            <a:ext uri="{FF2B5EF4-FFF2-40B4-BE49-F238E27FC236}">
              <a16:creationId xmlns:a16="http://schemas.microsoft.com/office/drawing/2014/main" id="{554EB5DD-867D-61B8-C74F-BBB235B8D29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1D5EB17C-E1D1-6883-9D1A-D21EDE4651AA}"/>
              </a:ext>
            </a:extLst>
          </p:cNvPr>
          <p:cNvSpPr>
            <a:spLocks noGrp="1"/>
          </p:cNvSpPr>
          <p:nvPr>
            <p:ph type="title"/>
          </p:nvPr>
        </p:nvSpPr>
        <p:spPr>
          <a:xfrm>
            <a:off x="126643" y="948107"/>
            <a:ext cx="8520600" cy="572700"/>
          </a:xfrm>
        </p:spPr>
        <p:txBody>
          <a:bodyPr>
            <a:noAutofit/>
          </a:bodyPr>
          <a:lstStyle/>
          <a:p>
            <a:r>
              <a:rPr lang="en-US" sz="3200" b="1" dirty="0">
                <a:solidFill>
                  <a:schemeClr val="bg1"/>
                </a:solidFill>
                <a:latin typeface="Raleway" pitchFamily="2" charset="77"/>
              </a:rPr>
              <a:t>REAL CHEM – </a:t>
            </a:r>
            <a:r>
              <a:rPr lang="en-US" sz="3200" b="1" dirty="0" err="1">
                <a:solidFill>
                  <a:schemeClr val="bg1"/>
                </a:solidFill>
                <a:latin typeface="Raleway" pitchFamily="2" charset="77"/>
              </a:rPr>
              <a:t>PhET</a:t>
            </a:r>
            <a:r>
              <a:rPr lang="en-US" sz="3200" b="1" dirty="0">
                <a:solidFill>
                  <a:schemeClr val="bg1"/>
                </a:solidFill>
                <a:latin typeface="Raleway" pitchFamily="2" charset="77"/>
              </a:rPr>
              <a:t> simulations</a:t>
            </a:r>
          </a:p>
        </p:txBody>
      </p:sp>
      <p:pic>
        <p:nvPicPr>
          <p:cNvPr id="4" name="Picture 3">
            <a:extLst>
              <a:ext uri="{FF2B5EF4-FFF2-40B4-BE49-F238E27FC236}">
                <a16:creationId xmlns:a16="http://schemas.microsoft.com/office/drawing/2014/main" id="{255AFC21-E256-99F5-D6B9-3179B94E5879}"/>
              </a:ext>
            </a:extLst>
          </p:cNvPr>
          <p:cNvPicPr>
            <a:picLocks noChangeAspect="1"/>
          </p:cNvPicPr>
          <p:nvPr/>
        </p:nvPicPr>
        <p:blipFill>
          <a:blip r:embed="rId3"/>
          <a:stretch>
            <a:fillRect/>
          </a:stretch>
        </p:blipFill>
        <p:spPr>
          <a:xfrm>
            <a:off x="196366" y="1595558"/>
            <a:ext cx="5841628" cy="3861856"/>
          </a:xfrm>
          <a:prstGeom prst="rect">
            <a:avLst/>
          </a:prstGeom>
        </p:spPr>
      </p:pic>
      <p:sp>
        <p:nvSpPr>
          <p:cNvPr id="10" name="TextBox 9">
            <a:extLst>
              <a:ext uri="{FF2B5EF4-FFF2-40B4-BE49-F238E27FC236}">
                <a16:creationId xmlns:a16="http://schemas.microsoft.com/office/drawing/2014/main" id="{4E330EE1-61FA-49B4-E71F-40C02D834B96}"/>
              </a:ext>
            </a:extLst>
          </p:cNvPr>
          <p:cNvSpPr txBox="1"/>
          <p:nvPr/>
        </p:nvSpPr>
        <p:spPr>
          <a:xfrm>
            <a:off x="138524" y="6271300"/>
            <a:ext cx="8866952" cy="430887"/>
          </a:xfrm>
          <a:prstGeom prst="rect">
            <a:avLst/>
          </a:prstGeom>
          <a:noFill/>
        </p:spPr>
        <p:txBody>
          <a:bodyPr wrap="square">
            <a:spAutoFit/>
          </a:bodyPr>
          <a:lstStyle/>
          <a:p>
            <a:pPr>
              <a:buNone/>
            </a:pPr>
            <a:r>
              <a:rPr lang="en-US" sz="1100" dirty="0">
                <a:solidFill>
                  <a:schemeClr val="bg1"/>
                </a:solidFill>
              </a:rPr>
              <a:t>Moore, E. B.; Chamberlain, J. M. et al. </a:t>
            </a:r>
            <a:r>
              <a:rPr lang="en-US" sz="1100" dirty="0" err="1">
                <a:solidFill>
                  <a:schemeClr val="bg1"/>
                </a:solidFill>
              </a:rPr>
              <a:t>PhET</a:t>
            </a:r>
            <a:r>
              <a:rPr lang="en-US" sz="1100" dirty="0">
                <a:solidFill>
                  <a:schemeClr val="bg1"/>
                </a:solidFill>
              </a:rPr>
              <a:t> Interactive Simulations: Transformative Tools for Teaching Chemistry. </a:t>
            </a:r>
            <a:r>
              <a:rPr lang="en-US" sz="1100" i="1" dirty="0">
                <a:solidFill>
                  <a:schemeClr val="bg1"/>
                </a:solidFill>
              </a:rPr>
              <a:t>J. Chem. Educ.</a:t>
            </a:r>
            <a:r>
              <a:rPr lang="en-US" sz="1100" dirty="0">
                <a:solidFill>
                  <a:schemeClr val="bg1"/>
                </a:solidFill>
              </a:rPr>
              <a:t> </a:t>
            </a:r>
            <a:r>
              <a:rPr lang="en-US" sz="1100" b="1" dirty="0">
                <a:solidFill>
                  <a:schemeClr val="bg1"/>
                </a:solidFill>
              </a:rPr>
              <a:t>2014</a:t>
            </a:r>
            <a:r>
              <a:rPr lang="en-US" sz="1100" dirty="0">
                <a:solidFill>
                  <a:schemeClr val="bg1"/>
                </a:solidFill>
              </a:rPr>
              <a:t>, </a:t>
            </a:r>
            <a:r>
              <a:rPr lang="en-US" sz="1100" i="1" dirty="0">
                <a:solidFill>
                  <a:schemeClr val="bg1"/>
                </a:solidFill>
              </a:rPr>
              <a:t>91</a:t>
            </a:r>
            <a:r>
              <a:rPr lang="en-US" sz="1100" dirty="0">
                <a:solidFill>
                  <a:schemeClr val="bg1"/>
                </a:solidFill>
              </a:rPr>
              <a:t> (8), 1191–1197. </a:t>
            </a:r>
            <a:r>
              <a:rPr lang="en-US" sz="1100" dirty="0" err="1">
                <a:solidFill>
                  <a:schemeClr val="bg1"/>
                </a:solidFill>
              </a:rPr>
              <a:t>doi</a:t>
            </a:r>
            <a:r>
              <a:rPr lang="en-US" sz="1100" dirty="0">
                <a:solidFill>
                  <a:schemeClr val="bg1"/>
                </a:solidFill>
              </a:rPr>
              <a:t>: </a:t>
            </a:r>
            <a:r>
              <a:rPr lang="en-US" sz="1100" u="sng" dirty="0">
                <a:solidFill>
                  <a:schemeClr val="bg1"/>
                </a:solidFill>
                <a:hlinkClick r:id="rId4">
                  <a:extLst>
                    <a:ext uri="{A12FA001-AC4F-418D-AE19-62706E023703}">
                      <ahyp:hlinkClr xmlns:ahyp="http://schemas.microsoft.com/office/drawing/2018/hyperlinkcolor" val="tx"/>
                    </a:ext>
                  </a:extLst>
                </a:hlinkClick>
              </a:rPr>
              <a:t>10.1021/ed4005084</a:t>
            </a:r>
            <a:endParaRPr lang="en-US" sz="1100" u="sng" dirty="0">
              <a:solidFill>
                <a:schemeClr val="bg1"/>
              </a:solidFill>
            </a:endParaRPr>
          </a:p>
        </p:txBody>
      </p:sp>
    </p:spTree>
    <p:extLst>
      <p:ext uri="{BB962C8B-B14F-4D97-AF65-F5344CB8AC3E}">
        <p14:creationId xmlns:p14="http://schemas.microsoft.com/office/powerpoint/2010/main" val="18455706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Shape 176">
          <a:extLst>
            <a:ext uri="{FF2B5EF4-FFF2-40B4-BE49-F238E27FC236}">
              <a16:creationId xmlns:a16="http://schemas.microsoft.com/office/drawing/2014/main" id="{DD59DBCC-276B-B0D3-A522-E660CD2C762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403A9DD3-CD94-B184-FEFB-5941E160D058}"/>
              </a:ext>
            </a:extLst>
          </p:cNvPr>
          <p:cNvSpPr>
            <a:spLocks noGrp="1"/>
          </p:cNvSpPr>
          <p:nvPr>
            <p:ph type="title"/>
          </p:nvPr>
        </p:nvSpPr>
        <p:spPr>
          <a:xfrm>
            <a:off x="126643" y="948107"/>
            <a:ext cx="8520600" cy="572700"/>
          </a:xfrm>
        </p:spPr>
        <p:txBody>
          <a:bodyPr>
            <a:noAutofit/>
          </a:bodyPr>
          <a:lstStyle/>
          <a:p>
            <a:r>
              <a:rPr lang="en-US" sz="3200" b="1" dirty="0">
                <a:solidFill>
                  <a:schemeClr val="bg1"/>
                </a:solidFill>
                <a:latin typeface="Raleway" pitchFamily="2" charset="77"/>
              </a:rPr>
              <a:t>REAL CHEM – Worked examples</a:t>
            </a:r>
          </a:p>
        </p:txBody>
      </p:sp>
      <p:pic>
        <p:nvPicPr>
          <p:cNvPr id="4" name="Picture 3">
            <a:extLst>
              <a:ext uri="{FF2B5EF4-FFF2-40B4-BE49-F238E27FC236}">
                <a16:creationId xmlns:a16="http://schemas.microsoft.com/office/drawing/2014/main" id="{88251F8F-5ECA-B429-15BB-F65501C64D92}"/>
              </a:ext>
            </a:extLst>
          </p:cNvPr>
          <p:cNvPicPr>
            <a:picLocks noChangeAspect="1"/>
          </p:cNvPicPr>
          <p:nvPr/>
        </p:nvPicPr>
        <p:blipFill>
          <a:blip r:embed="rId3"/>
          <a:srcRect t="14965"/>
          <a:stretch>
            <a:fillRect/>
          </a:stretch>
        </p:blipFill>
        <p:spPr>
          <a:xfrm>
            <a:off x="212699" y="1600270"/>
            <a:ext cx="5561936" cy="3914859"/>
          </a:xfrm>
          <a:prstGeom prst="rect">
            <a:avLst/>
          </a:prstGeom>
        </p:spPr>
      </p:pic>
      <p:pic>
        <p:nvPicPr>
          <p:cNvPr id="5" name="Picture 4">
            <a:extLst>
              <a:ext uri="{FF2B5EF4-FFF2-40B4-BE49-F238E27FC236}">
                <a16:creationId xmlns:a16="http://schemas.microsoft.com/office/drawing/2014/main" id="{AF08289F-CFCB-EAC3-656A-A85568E06F3A}"/>
              </a:ext>
            </a:extLst>
          </p:cNvPr>
          <p:cNvPicPr>
            <a:picLocks noChangeAspect="1"/>
          </p:cNvPicPr>
          <p:nvPr/>
        </p:nvPicPr>
        <p:blipFill>
          <a:blip r:embed="rId4"/>
          <a:stretch>
            <a:fillRect/>
          </a:stretch>
        </p:blipFill>
        <p:spPr>
          <a:xfrm>
            <a:off x="212700" y="1600269"/>
            <a:ext cx="5561936" cy="3960396"/>
          </a:xfrm>
          <a:prstGeom prst="rect">
            <a:avLst/>
          </a:prstGeom>
        </p:spPr>
      </p:pic>
      <p:pic>
        <p:nvPicPr>
          <p:cNvPr id="9" name="Picture 8">
            <a:extLst>
              <a:ext uri="{FF2B5EF4-FFF2-40B4-BE49-F238E27FC236}">
                <a16:creationId xmlns:a16="http://schemas.microsoft.com/office/drawing/2014/main" id="{BA08D7D4-CB0C-D5F3-2AD4-1AD5F6056625}"/>
              </a:ext>
            </a:extLst>
          </p:cNvPr>
          <p:cNvPicPr>
            <a:picLocks noChangeAspect="1"/>
          </p:cNvPicPr>
          <p:nvPr/>
        </p:nvPicPr>
        <p:blipFill>
          <a:blip r:embed="rId5"/>
          <a:stretch>
            <a:fillRect/>
          </a:stretch>
        </p:blipFill>
        <p:spPr>
          <a:xfrm>
            <a:off x="212699" y="1561602"/>
            <a:ext cx="5561937" cy="4033796"/>
          </a:xfrm>
          <a:prstGeom prst="rect">
            <a:avLst/>
          </a:prstGeom>
        </p:spPr>
      </p:pic>
      <p:sp>
        <p:nvSpPr>
          <p:cNvPr id="11" name="TextBox 10">
            <a:extLst>
              <a:ext uri="{FF2B5EF4-FFF2-40B4-BE49-F238E27FC236}">
                <a16:creationId xmlns:a16="http://schemas.microsoft.com/office/drawing/2014/main" id="{0F988555-1A5E-A623-FEB3-5E1FD2312828}"/>
              </a:ext>
            </a:extLst>
          </p:cNvPr>
          <p:cNvSpPr txBox="1"/>
          <p:nvPr/>
        </p:nvSpPr>
        <p:spPr>
          <a:xfrm>
            <a:off x="212699" y="6292454"/>
            <a:ext cx="8528767" cy="430887"/>
          </a:xfrm>
          <a:prstGeom prst="rect">
            <a:avLst/>
          </a:prstGeom>
          <a:noFill/>
        </p:spPr>
        <p:txBody>
          <a:bodyPr wrap="square">
            <a:spAutoFit/>
          </a:bodyPr>
          <a:lstStyle/>
          <a:p>
            <a:pPr>
              <a:buNone/>
            </a:pPr>
            <a:r>
              <a:rPr lang="en-US" sz="1100" dirty="0">
                <a:solidFill>
                  <a:schemeClr val="bg1"/>
                </a:solidFill>
              </a:rPr>
              <a:t>McLaren, B. M. et al. When and How Often Should Worked Examples Be Given to Students? Proceedings of the 30th Annual Conference of the Cognitive Science Society (pp. 2176-2181).</a:t>
            </a:r>
          </a:p>
        </p:txBody>
      </p:sp>
    </p:spTree>
    <p:extLst>
      <p:ext uri="{BB962C8B-B14F-4D97-AF65-F5344CB8AC3E}">
        <p14:creationId xmlns:p14="http://schemas.microsoft.com/office/powerpoint/2010/main" val="2337700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Shape 176">
          <a:extLst>
            <a:ext uri="{FF2B5EF4-FFF2-40B4-BE49-F238E27FC236}">
              <a16:creationId xmlns:a16="http://schemas.microsoft.com/office/drawing/2014/main" id="{F8629437-D145-B103-7E5E-6DB2F01DC6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C76914-F0A0-8A1F-85D7-C768B10ADA11}"/>
              </a:ext>
            </a:extLst>
          </p:cNvPr>
          <p:cNvSpPr>
            <a:spLocks noGrp="1"/>
          </p:cNvSpPr>
          <p:nvPr>
            <p:ph type="title"/>
          </p:nvPr>
        </p:nvSpPr>
        <p:spPr>
          <a:xfrm>
            <a:off x="311701" y="173260"/>
            <a:ext cx="7460700" cy="763600"/>
          </a:xfrm>
        </p:spPr>
        <p:txBody>
          <a:bodyPr>
            <a:noAutofit/>
          </a:bodyPr>
          <a:lstStyle/>
          <a:p>
            <a:r>
              <a:rPr lang="en-US" sz="2700" b="1" dirty="0">
                <a:solidFill>
                  <a:schemeClr val="bg1"/>
                </a:solidFill>
                <a:latin typeface="Raleway" pitchFamily="2" charset="77"/>
              </a:rPr>
              <a:t>Explorations apply chemistry to real-world contexts</a:t>
            </a:r>
          </a:p>
        </p:txBody>
      </p:sp>
      <p:sp>
        <p:nvSpPr>
          <p:cNvPr id="2" name="Text Placeholder 1">
            <a:extLst>
              <a:ext uri="{FF2B5EF4-FFF2-40B4-BE49-F238E27FC236}">
                <a16:creationId xmlns:a16="http://schemas.microsoft.com/office/drawing/2014/main" id="{80503C90-FE01-3EDA-2982-F7C9D50FE54F}"/>
              </a:ext>
            </a:extLst>
          </p:cNvPr>
          <p:cNvSpPr>
            <a:spLocks noGrp="1"/>
          </p:cNvSpPr>
          <p:nvPr>
            <p:ph type="body" idx="1"/>
          </p:nvPr>
        </p:nvSpPr>
        <p:spPr/>
        <p:txBody>
          <a:bodyPr/>
          <a:lstStyle/>
          <a:p>
            <a:endParaRPr lang="en-US"/>
          </a:p>
        </p:txBody>
      </p:sp>
      <p:pic>
        <p:nvPicPr>
          <p:cNvPr id="6" name="Picture 5">
            <a:extLst>
              <a:ext uri="{FF2B5EF4-FFF2-40B4-BE49-F238E27FC236}">
                <a16:creationId xmlns:a16="http://schemas.microsoft.com/office/drawing/2014/main" id="{38D6027E-FDAB-97ED-6D06-A8C46E7DF37F}"/>
              </a:ext>
            </a:extLst>
          </p:cNvPr>
          <p:cNvPicPr>
            <a:picLocks noChangeAspect="1"/>
          </p:cNvPicPr>
          <p:nvPr/>
        </p:nvPicPr>
        <p:blipFill>
          <a:blip r:embed="rId3"/>
          <a:stretch>
            <a:fillRect/>
          </a:stretch>
        </p:blipFill>
        <p:spPr>
          <a:xfrm>
            <a:off x="126644" y="1610827"/>
            <a:ext cx="3888961" cy="3357250"/>
          </a:xfrm>
          <a:prstGeom prst="rect">
            <a:avLst/>
          </a:prstGeom>
        </p:spPr>
      </p:pic>
      <p:pic>
        <p:nvPicPr>
          <p:cNvPr id="8" name="Picture 7">
            <a:extLst>
              <a:ext uri="{FF2B5EF4-FFF2-40B4-BE49-F238E27FC236}">
                <a16:creationId xmlns:a16="http://schemas.microsoft.com/office/drawing/2014/main" id="{7FFF1CBD-5CF1-3C93-DD9C-5F8B4F1156AF}"/>
              </a:ext>
            </a:extLst>
          </p:cNvPr>
          <p:cNvPicPr>
            <a:picLocks noChangeAspect="1"/>
          </p:cNvPicPr>
          <p:nvPr/>
        </p:nvPicPr>
        <p:blipFill>
          <a:blip r:embed="rId4"/>
          <a:stretch>
            <a:fillRect/>
          </a:stretch>
        </p:blipFill>
        <p:spPr>
          <a:xfrm>
            <a:off x="126643" y="4880521"/>
            <a:ext cx="3888960" cy="1069129"/>
          </a:xfrm>
          <a:prstGeom prst="rect">
            <a:avLst/>
          </a:prstGeom>
        </p:spPr>
      </p:pic>
      <p:pic>
        <p:nvPicPr>
          <p:cNvPr id="9" name="Picture 8">
            <a:extLst>
              <a:ext uri="{FF2B5EF4-FFF2-40B4-BE49-F238E27FC236}">
                <a16:creationId xmlns:a16="http://schemas.microsoft.com/office/drawing/2014/main" id="{2F66C09A-86C8-C326-97F6-EC3B90A6F7E1}"/>
              </a:ext>
            </a:extLst>
          </p:cNvPr>
          <p:cNvPicPr>
            <a:picLocks noChangeAspect="1"/>
          </p:cNvPicPr>
          <p:nvPr/>
        </p:nvPicPr>
        <p:blipFill>
          <a:blip r:embed="rId5"/>
          <a:stretch>
            <a:fillRect/>
          </a:stretch>
        </p:blipFill>
        <p:spPr>
          <a:xfrm>
            <a:off x="4120671" y="1610827"/>
            <a:ext cx="4493447" cy="4318944"/>
          </a:xfrm>
          <a:prstGeom prst="rect">
            <a:avLst/>
          </a:prstGeom>
        </p:spPr>
      </p:pic>
    </p:spTree>
    <p:extLst>
      <p:ext uri="{BB962C8B-B14F-4D97-AF65-F5344CB8AC3E}">
        <p14:creationId xmlns:p14="http://schemas.microsoft.com/office/powerpoint/2010/main" val="2312091846"/>
      </p:ext>
    </p:extLst>
  </p:cSld>
  <p:clrMapOvr>
    <a:masterClrMapping/>
  </p:clrMapOvr>
</p:sld>
</file>

<file path=ppt/theme/theme1.xml><?xml version="1.0" encoding="utf-8"?>
<a:theme xmlns:a="http://schemas.openxmlformats.org/drawingml/2006/main" name="ASU-CMU Chemistry Courseware">
  <a:themeElements>
    <a:clrScheme name="Black">
      <a:dk1>
        <a:srgbClr val="222222"/>
      </a:dk1>
      <a:lt1>
        <a:srgbClr val="F3F5F8"/>
      </a:lt1>
      <a:dk2>
        <a:srgbClr val="E8E8E8"/>
      </a:dk2>
      <a:lt2>
        <a:srgbClr val="696974"/>
      </a:lt2>
      <a:accent1>
        <a:srgbClr val="8C1D40"/>
      </a:accent1>
      <a:accent2>
        <a:srgbClr val="FFD029"/>
      </a:accent2>
      <a:accent3>
        <a:srgbClr val="C41130"/>
      </a:accent3>
      <a:accent4>
        <a:srgbClr val="373A44"/>
      </a:accent4>
      <a:accent5>
        <a:srgbClr val="5B1EEA"/>
      </a:accent5>
      <a:accent6>
        <a:srgbClr val="ACBBC9"/>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1793163697754]">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8F4F995-DE8C-0B46-9470-C0D1F1FBD175}">
  <we:reference id="WA200010001" version="1.0.0.1" store="Omex" storeType="OMEX"/>
  <we:alternateReferences>
    <we:reference id="WA200010001" version="1.0.0.1" store="WA200010001" storeType="OMEX"/>
  </we:alternateReferences>
  <we:properties>
    <we:property name="claude.fileId" value="&quot;a2b24f9e-63a0-486d-8d0d-7e3c7e7428ba&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6733</TotalTime>
  <Words>3999</Words>
  <Application>Microsoft Macintosh PowerPoint</Application>
  <PresentationFormat>On-screen Show (4:3)</PresentationFormat>
  <Paragraphs>292</Paragraphs>
  <Slides>43</Slides>
  <Notes>27</Notes>
  <HiddenSlides>24</HiddenSlides>
  <MMClips>1</MMClips>
  <ScaleCrop>false</ScaleCrop>
  <HeadingPairs>
    <vt:vector size="6" baseType="variant">
      <vt:variant>
        <vt:lpstr>Fonts Used</vt:lpstr>
      </vt:variant>
      <vt:variant>
        <vt:i4>17</vt:i4>
      </vt:variant>
      <vt:variant>
        <vt:lpstr>Theme</vt:lpstr>
      </vt:variant>
      <vt:variant>
        <vt:i4>2</vt:i4>
      </vt:variant>
      <vt:variant>
        <vt:lpstr>Slide Titles</vt:lpstr>
      </vt:variant>
      <vt:variant>
        <vt:i4>43</vt:i4>
      </vt:variant>
    </vt:vector>
  </HeadingPairs>
  <TitlesOfParts>
    <vt:vector size="62" baseType="lpstr">
      <vt:lpstr>Source Sans Pro</vt:lpstr>
      <vt:lpstr>Aptos</vt:lpstr>
      <vt:lpstr>Helvetica Neue</vt:lpstr>
      <vt:lpstr>Muli</vt:lpstr>
      <vt:lpstr>Roboto</vt:lpstr>
      <vt:lpstr>Nunito Sans</vt:lpstr>
      <vt:lpstr>Segoe UI Semibold</vt:lpstr>
      <vt:lpstr>Calibri</vt:lpstr>
      <vt:lpstr>Raleway</vt:lpstr>
      <vt:lpstr>Noto Sans Symbols</vt:lpstr>
      <vt:lpstr>Raleway SemiBold</vt:lpstr>
      <vt:lpstr>Roboto Mono</vt:lpstr>
      <vt:lpstr>Arial</vt:lpstr>
      <vt:lpstr>Myriad Pro</vt:lpstr>
      <vt:lpstr>DM Serif Display</vt:lpstr>
      <vt:lpstr>Roboto Mono Medium</vt:lpstr>
      <vt:lpstr>Inter Tight</vt:lpstr>
      <vt:lpstr>ASU-CMU Chemistry Courseware</vt:lpstr>
      <vt:lpstr>Simple Light [1793163697754]</vt:lpstr>
      <vt:lpstr>Using AI to make practice more effective in general chemistry</vt:lpstr>
      <vt:lpstr>AI for educational data modeling</vt:lpstr>
      <vt:lpstr>PowerPoint Presentation</vt:lpstr>
      <vt:lpstr>PowerPoint Presentation</vt:lpstr>
      <vt:lpstr>Module practice: Text with integrated practice</vt:lpstr>
      <vt:lpstr>Checkpoint (homework) time and performance changes over time</vt:lpstr>
      <vt:lpstr>Matches AI use in other literature studies</vt:lpstr>
      <vt:lpstr>Additive factors model</vt:lpstr>
      <vt:lpstr>Additive factors Model (AFM) – learning curves</vt:lpstr>
      <vt:lpstr>Modeling approach</vt:lpstr>
      <vt:lpstr>Accounting for item &amp; practice variability improves predictions dramatically</vt:lpstr>
      <vt:lpstr>PowerPoint Presentation</vt:lpstr>
      <vt:lpstr>Learning rates on practice differ widely </vt:lpstr>
      <vt:lpstr>Shared tools: AI-powered tagging and error checking</vt:lpstr>
      <vt:lpstr>Learning improved substantially after fixing incorrect items</vt:lpstr>
      <vt:lpstr>Virtual labs complement in-person lab</vt:lpstr>
      <vt:lpstr>Adding AI to the virtual lab</vt:lpstr>
      <vt:lpstr>Conclusions</vt:lpstr>
      <vt:lpstr>Thank you!</vt:lpstr>
      <vt:lpstr>Learning losses concentrate among students who rush</vt:lpstr>
      <vt:lpstr>PowerPoint Presentation</vt:lpstr>
      <vt:lpstr>PowerPoint Presentation</vt:lpstr>
      <vt:lpstr>REAL CHEM – Checkpoints provide assessment</vt:lpstr>
      <vt:lpstr>PowerPoint Presentation</vt:lpstr>
      <vt:lpstr>Instrumented instruction enables better analysis of learning</vt:lpstr>
      <vt:lpstr>Continual data gathering maps student performance on each knowledge component</vt:lpstr>
      <vt:lpstr>Learning curves</vt:lpstr>
      <vt:lpstr>1. Items vary widely in difficulty within the same skill (KC)</vt:lpstr>
      <vt:lpstr>First-attempt accuracy is much higher on checkpoints</vt:lpstr>
      <vt:lpstr>First-attempt accuracy is much higher on checkpoints</vt:lpstr>
      <vt:lpstr>Students’ practice and checkpoint performance is  consistent across the term</vt:lpstr>
      <vt:lpstr>2. Little correlation between practice and checkpoint</vt:lpstr>
      <vt:lpstr>Modeling approach</vt:lpstr>
      <vt:lpstr>Models</vt:lpstr>
      <vt:lpstr>Black-box machine learning model</vt:lpstr>
      <vt:lpstr>Module practice helps future module practice most</vt:lpstr>
      <vt:lpstr>Incorporating response time fixes predictions for rushed sessions</vt:lpstr>
      <vt:lpstr>Penalty vs learning signal, per attempt</vt:lpstr>
      <vt:lpstr>Virtual labs complement in-person lab</vt:lpstr>
      <vt:lpstr>REAL CHEM – Research-driven design</vt:lpstr>
      <vt:lpstr>REAL CHEM – PhET simulations</vt:lpstr>
      <vt:lpstr>REAL CHEM – Worked examples</vt:lpstr>
      <vt:lpstr>Explorations apply chemistry to real-world contexts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Dwyer, Ryan</cp:lastModifiedBy>
  <cp:revision>201</cp:revision>
  <dcterms:modified xsi:type="dcterms:W3CDTF">2026-10-28T19:47:26Z</dcterms:modified>
</cp:coreProperties>
</file>